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5143500" cx="9144000"/>
  <p:notesSz cx="6858000" cy="9144000"/>
  <p:embeddedFontLst>
    <p:embeddedFont>
      <p:font typeface="Helvetica Neue"/>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HelveticaNeue-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HelveticaNeue-regular.fnt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HelveticaNeue-italic.fntdata"/><Relationship Id="rId16" Type="http://schemas.openxmlformats.org/officeDocument/2006/relationships/slide" Target="slides/slide11.xml"/><Relationship Id="rId38" Type="http://schemas.openxmlformats.org/officeDocument/2006/relationships/font" Target="fonts/HelveticaNeue-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h43033d509ad2e639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h43033d509ad2e639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h9ea34dcc895c7a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h9ea34dcc895c7a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h64a2e3667e17dde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h64a2e3667e17dde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h64a2e3667e17dde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h64a2e3667e17dde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h64a2e3667e17dde1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h64a2e3667e17dde1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h64a2e3667e17dde1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h64a2e3667e17dde1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h64a2e3667e17dde1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h64a2e3667e17dde1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h7a0705ea00b80c4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h7a0705ea00b80c4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h7a0705ea00b80c4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h7a0705ea00b80c4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h64a2e3667e17dde1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h64a2e3667e17dde1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h2776fdc4ede376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h2776fdc4ede376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h406cdb8e0ad714f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h406cdb8e0ad714f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h406cdb8e0ad714f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h406cdb8e0ad714f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h5b65acaa9652877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h5b65acaa9652877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h5b65acaa9652877e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h5b65acaa9652877e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h1d800bdd8150177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h1d800bdd8150177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h6e08ee1725a09fa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h6e08ee1725a09fa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h6e08ee1725a09fa9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h6e08ee1725a09fa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h6e08ee1725a09fa9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h6e08ee1725a09fa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h6e08ee1725a09fa9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h6e08ee1725a09fa9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h6e08ee1725a09fa9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h6e08ee1725a09fa9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h6e08ee1725a09fa9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h6e08ee1725a09fa9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h6e08ee1725a09fa9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h6e08ee1725a09fa9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h6e08ee1725a09fa9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h6e08ee1725a09fa9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h6e08ee1725a09fa9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h6e08ee1725a09fa9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h6e08ee1725a09fa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h6e08ee1725a09fa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h6e08ee1725a09fa9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h6e08ee1725a09fa9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h1d800bdd8150177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h1d800bdd8150177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h1d800bdd8150177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h1d800bdd8150177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h43033d509ad2e639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h43033d509ad2e639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ogo på rød bakgrunn">
  <p:cSld name="Logo på rød bakgrunn">
    <p:bg>
      <p:bgPr>
        <a:solidFill>
          <a:srgbClr val="000000"/>
        </a:solidFill>
      </p:bgPr>
    </p:bg>
    <p:spTree>
      <p:nvGrpSpPr>
        <p:cNvPr id="10" name="Shape 10"/>
        <p:cNvGrpSpPr/>
        <p:nvPr/>
      </p:nvGrpSpPr>
      <p:grpSpPr>
        <a:xfrm>
          <a:off x="0" y="0"/>
          <a:ext cx="0" cy="0"/>
          <a:chOff x="0" y="0"/>
          <a:chExt cx="0" cy="0"/>
        </a:xfrm>
      </p:grpSpPr>
      <p:sp>
        <p:nvSpPr>
          <p:cNvPr id="11" name="Google Shape;11;p2"/>
          <p:cNvSpPr/>
          <p:nvPr/>
        </p:nvSpPr>
        <p:spPr>
          <a:xfrm>
            <a:off x="0" y="0"/>
            <a:ext cx="9144000" cy="5143500"/>
          </a:xfrm>
          <a:custGeom>
            <a:rect b="b" l="l" r="r" t="t"/>
            <a:pathLst>
              <a:path extrusionOk="0" h="6858000" w="12192000">
                <a:moveTo>
                  <a:pt x="789493" y="0"/>
                </a:moveTo>
                <a:lnTo>
                  <a:pt x="11402507" y="0"/>
                </a:lnTo>
                <a:lnTo>
                  <a:pt x="11402511" y="0"/>
                </a:lnTo>
                <a:lnTo>
                  <a:pt x="12192000" y="0"/>
                </a:lnTo>
                <a:lnTo>
                  <a:pt x="12192000" y="789493"/>
                </a:lnTo>
                <a:lnTo>
                  <a:pt x="12192000" y="816864"/>
                </a:lnTo>
                <a:lnTo>
                  <a:pt x="12192000" y="6041136"/>
                </a:lnTo>
                <a:lnTo>
                  <a:pt x="12192000" y="6068507"/>
                </a:lnTo>
                <a:lnTo>
                  <a:pt x="12192000" y="6858000"/>
                </a:lnTo>
                <a:lnTo>
                  <a:pt x="11402507" y="6858000"/>
                </a:lnTo>
                <a:lnTo>
                  <a:pt x="11387328" y="6858000"/>
                </a:lnTo>
                <a:lnTo>
                  <a:pt x="789493" y="6858000"/>
                </a:lnTo>
                <a:cubicBezTo>
                  <a:pt x="353468" y="6858000"/>
                  <a:pt x="0" y="6504532"/>
                  <a:pt x="0" y="6068507"/>
                </a:cubicBezTo>
                <a:lnTo>
                  <a:pt x="0" y="789493"/>
                </a:lnTo>
                <a:lnTo>
                  <a:pt x="0" y="789491"/>
                </a:lnTo>
                <a:lnTo>
                  <a:pt x="0" y="0"/>
                </a:lnTo>
                <a:lnTo>
                  <a:pt x="789491" y="0"/>
                </a:lnTo>
                <a:close/>
              </a:path>
            </a:pathLst>
          </a:custGeom>
          <a:solidFill>
            <a:srgbClr val="C8102E"/>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descr="UiA logo" id="12" name="Google Shape;12;p2"/>
          <p:cNvPicPr preferRelativeResize="0"/>
          <p:nvPr/>
        </p:nvPicPr>
        <p:blipFill rotWithShape="1">
          <a:blip r:embed="rId2">
            <a:alphaModFix/>
          </a:blip>
          <a:srcRect b="0" l="0" r="0" t="0"/>
          <a:stretch/>
        </p:blipFill>
        <p:spPr>
          <a:xfrm>
            <a:off x="3378203" y="2301764"/>
            <a:ext cx="2387594" cy="539974"/>
          </a:xfrm>
          <a:prstGeom prst="rect">
            <a:avLst/>
          </a:prstGeom>
          <a:noFill/>
          <a:ln>
            <a:noFill/>
          </a:ln>
        </p:spPr>
      </p:pic>
      <p:sp>
        <p:nvSpPr>
          <p:cNvPr id="13" name="Google Shape;13;p2"/>
          <p:cNvSpPr/>
          <p:nvPr/>
        </p:nvSpPr>
        <p:spPr>
          <a:xfrm>
            <a:off x="7991061" y="4502855"/>
            <a:ext cx="760208" cy="278118"/>
          </a:xfrm>
          <a:custGeom>
            <a:rect b="b" l="l" r="r" t="t"/>
            <a:pathLst>
              <a:path extrusionOk="0" h="473392" w="1293971">
                <a:moveTo>
                  <a:pt x="1113710" y="365998"/>
                </a:moveTo>
                <a:cubicBezTo>
                  <a:pt x="1088469" y="365998"/>
                  <a:pt x="1073467" y="372665"/>
                  <a:pt x="1073467" y="391477"/>
                </a:cubicBezTo>
                <a:cubicBezTo>
                  <a:pt x="1073467" y="405527"/>
                  <a:pt x="1083230" y="415290"/>
                  <a:pt x="1099184" y="415290"/>
                </a:cubicBezTo>
                <a:cubicBezTo>
                  <a:pt x="1131093" y="415290"/>
                  <a:pt x="1135380" y="394097"/>
                  <a:pt x="1135380" y="370046"/>
                </a:cubicBezTo>
                <a:lnTo>
                  <a:pt x="1135380" y="365998"/>
                </a:lnTo>
                <a:close/>
                <a:moveTo>
                  <a:pt x="1242536" y="317420"/>
                </a:moveTo>
                <a:cubicBezTo>
                  <a:pt x="1215390" y="317420"/>
                  <a:pt x="1204436" y="334565"/>
                  <a:pt x="1204436" y="365522"/>
                </a:cubicBezTo>
                <a:cubicBezTo>
                  <a:pt x="1204436" y="395763"/>
                  <a:pt x="1213246" y="414575"/>
                  <a:pt x="1240869" y="414575"/>
                </a:cubicBezTo>
                <a:cubicBezTo>
                  <a:pt x="1264443" y="414575"/>
                  <a:pt x="1277302" y="394811"/>
                  <a:pt x="1277302" y="363378"/>
                </a:cubicBezTo>
                <a:cubicBezTo>
                  <a:pt x="1277302" y="336708"/>
                  <a:pt x="1264681" y="317420"/>
                  <a:pt x="1242536" y="317420"/>
                </a:cubicBezTo>
                <a:close/>
                <a:moveTo>
                  <a:pt x="446008" y="305990"/>
                </a:moveTo>
                <a:lnTo>
                  <a:pt x="461962" y="305990"/>
                </a:lnTo>
                <a:lnTo>
                  <a:pt x="461962" y="381476"/>
                </a:lnTo>
                <a:cubicBezTo>
                  <a:pt x="461962" y="398145"/>
                  <a:pt x="467201" y="414099"/>
                  <a:pt x="489108" y="414099"/>
                </a:cubicBezTo>
                <a:cubicBezTo>
                  <a:pt x="513635" y="414099"/>
                  <a:pt x="523160" y="400288"/>
                  <a:pt x="523160" y="367903"/>
                </a:cubicBezTo>
                <a:lnTo>
                  <a:pt x="523160" y="305990"/>
                </a:lnTo>
                <a:lnTo>
                  <a:pt x="539114" y="305990"/>
                </a:lnTo>
                <a:lnTo>
                  <a:pt x="539114" y="390763"/>
                </a:lnTo>
                <a:cubicBezTo>
                  <a:pt x="539114" y="402431"/>
                  <a:pt x="539353" y="420052"/>
                  <a:pt x="539353" y="425767"/>
                </a:cubicBezTo>
                <a:lnTo>
                  <a:pt x="523875" y="425767"/>
                </a:lnTo>
                <a:cubicBezTo>
                  <a:pt x="523398" y="422672"/>
                  <a:pt x="523160" y="415052"/>
                  <a:pt x="523160" y="406241"/>
                </a:cubicBezTo>
                <a:cubicBezTo>
                  <a:pt x="517683" y="420052"/>
                  <a:pt x="505777" y="428625"/>
                  <a:pt x="485536" y="428625"/>
                </a:cubicBezTo>
                <a:cubicBezTo>
                  <a:pt x="466963" y="428625"/>
                  <a:pt x="446008" y="420290"/>
                  <a:pt x="446008" y="385048"/>
                </a:cubicBezTo>
                <a:close/>
                <a:moveTo>
                  <a:pt x="1246108" y="303133"/>
                </a:moveTo>
                <a:cubicBezTo>
                  <a:pt x="1274206" y="303133"/>
                  <a:pt x="1293971" y="326469"/>
                  <a:pt x="1293971" y="362664"/>
                </a:cubicBezTo>
                <a:cubicBezTo>
                  <a:pt x="1293971" y="405765"/>
                  <a:pt x="1270873" y="428625"/>
                  <a:pt x="1241821" y="428625"/>
                </a:cubicBezTo>
                <a:cubicBezTo>
                  <a:pt x="1221581" y="428625"/>
                  <a:pt x="1211103" y="419814"/>
                  <a:pt x="1205388" y="409337"/>
                </a:cubicBezTo>
                <a:lnTo>
                  <a:pt x="1205388" y="473392"/>
                </a:lnTo>
                <a:lnTo>
                  <a:pt x="1189434" y="473392"/>
                </a:lnTo>
                <a:lnTo>
                  <a:pt x="1189434" y="335280"/>
                </a:lnTo>
                <a:cubicBezTo>
                  <a:pt x="1189434" y="325517"/>
                  <a:pt x="1189434" y="315039"/>
                  <a:pt x="1189196" y="305990"/>
                </a:cubicBezTo>
                <a:lnTo>
                  <a:pt x="1204674" y="305990"/>
                </a:lnTo>
                <a:cubicBezTo>
                  <a:pt x="1205150" y="310277"/>
                  <a:pt x="1205388" y="317420"/>
                  <a:pt x="1205388" y="326231"/>
                </a:cubicBezTo>
                <a:cubicBezTo>
                  <a:pt x="1212294" y="312896"/>
                  <a:pt x="1224914" y="303133"/>
                  <a:pt x="1246108" y="303133"/>
                </a:cubicBezTo>
                <a:close/>
                <a:moveTo>
                  <a:pt x="1107043" y="303133"/>
                </a:moveTo>
                <a:cubicBezTo>
                  <a:pt x="1135141" y="303133"/>
                  <a:pt x="1150858" y="314801"/>
                  <a:pt x="1150858" y="341471"/>
                </a:cubicBezTo>
                <a:lnTo>
                  <a:pt x="1150858" y="401478"/>
                </a:lnTo>
                <a:cubicBezTo>
                  <a:pt x="1150858" y="412194"/>
                  <a:pt x="1151810" y="422195"/>
                  <a:pt x="1152524" y="425767"/>
                </a:cubicBezTo>
                <a:lnTo>
                  <a:pt x="1137284" y="425767"/>
                </a:lnTo>
                <a:cubicBezTo>
                  <a:pt x="1136332" y="422910"/>
                  <a:pt x="1135618" y="417433"/>
                  <a:pt x="1135380" y="408622"/>
                </a:cubicBezTo>
                <a:cubicBezTo>
                  <a:pt x="1131093" y="416957"/>
                  <a:pt x="1121092" y="428625"/>
                  <a:pt x="1097041" y="428625"/>
                </a:cubicBezTo>
                <a:cubicBezTo>
                  <a:pt x="1068943" y="428625"/>
                  <a:pt x="1057036" y="410527"/>
                  <a:pt x="1057036" y="392430"/>
                </a:cubicBezTo>
                <a:cubicBezTo>
                  <a:pt x="1057036" y="365760"/>
                  <a:pt x="1077753" y="353853"/>
                  <a:pt x="1113472" y="353853"/>
                </a:cubicBezTo>
                <a:lnTo>
                  <a:pt x="1135141" y="353853"/>
                </a:lnTo>
                <a:lnTo>
                  <a:pt x="1135141" y="342423"/>
                </a:lnTo>
                <a:cubicBezTo>
                  <a:pt x="1135141" y="330993"/>
                  <a:pt x="1131570" y="316468"/>
                  <a:pt x="1106566" y="316468"/>
                </a:cubicBezTo>
                <a:cubicBezTo>
                  <a:pt x="1084183" y="316468"/>
                  <a:pt x="1080849" y="327898"/>
                  <a:pt x="1078468" y="337423"/>
                </a:cubicBezTo>
                <a:lnTo>
                  <a:pt x="1062751" y="337423"/>
                </a:lnTo>
                <a:cubicBezTo>
                  <a:pt x="1064180" y="322897"/>
                  <a:pt x="1073229" y="303133"/>
                  <a:pt x="1107043" y="303133"/>
                </a:cubicBezTo>
                <a:close/>
                <a:moveTo>
                  <a:pt x="881062" y="303133"/>
                </a:moveTo>
                <a:cubicBezTo>
                  <a:pt x="909875" y="303133"/>
                  <a:pt x="922734" y="320278"/>
                  <a:pt x="924639" y="337185"/>
                </a:cubicBezTo>
                <a:lnTo>
                  <a:pt x="908923" y="337185"/>
                </a:lnTo>
                <a:cubicBezTo>
                  <a:pt x="907018" y="328136"/>
                  <a:pt x="899874" y="316468"/>
                  <a:pt x="880586" y="316468"/>
                </a:cubicBezTo>
                <a:cubicBezTo>
                  <a:pt x="861536" y="316468"/>
                  <a:pt x="856059" y="325755"/>
                  <a:pt x="856059" y="334565"/>
                </a:cubicBezTo>
                <a:cubicBezTo>
                  <a:pt x="856059" y="344567"/>
                  <a:pt x="861298" y="349567"/>
                  <a:pt x="884158" y="355044"/>
                </a:cubicBezTo>
                <a:cubicBezTo>
                  <a:pt x="919162" y="363378"/>
                  <a:pt x="927020" y="375047"/>
                  <a:pt x="927020" y="392906"/>
                </a:cubicBezTo>
                <a:cubicBezTo>
                  <a:pt x="927020" y="414337"/>
                  <a:pt x="909875" y="428625"/>
                  <a:pt x="882491" y="428625"/>
                </a:cubicBezTo>
                <a:cubicBezTo>
                  <a:pt x="853440" y="428625"/>
                  <a:pt x="838200" y="413623"/>
                  <a:pt x="835104" y="392192"/>
                </a:cubicBezTo>
                <a:lnTo>
                  <a:pt x="851058" y="392192"/>
                </a:lnTo>
                <a:cubicBezTo>
                  <a:pt x="854868" y="406479"/>
                  <a:pt x="865346" y="415290"/>
                  <a:pt x="882967" y="415290"/>
                </a:cubicBezTo>
                <a:cubicBezTo>
                  <a:pt x="902493" y="415290"/>
                  <a:pt x="910351" y="406479"/>
                  <a:pt x="910351" y="394097"/>
                </a:cubicBezTo>
                <a:cubicBezTo>
                  <a:pt x="910351" y="381476"/>
                  <a:pt x="904875" y="375523"/>
                  <a:pt x="879871" y="369570"/>
                </a:cubicBezTo>
                <a:cubicBezTo>
                  <a:pt x="847248" y="361712"/>
                  <a:pt x="839866" y="351710"/>
                  <a:pt x="839866" y="335756"/>
                </a:cubicBezTo>
                <a:cubicBezTo>
                  <a:pt x="839866" y="319087"/>
                  <a:pt x="852487" y="303133"/>
                  <a:pt x="881062" y="303133"/>
                </a:cubicBezTo>
                <a:close/>
                <a:moveTo>
                  <a:pt x="767953" y="303133"/>
                </a:moveTo>
                <a:cubicBezTo>
                  <a:pt x="789860" y="303133"/>
                  <a:pt x="808196" y="315753"/>
                  <a:pt x="808196" y="348377"/>
                </a:cubicBezTo>
                <a:lnTo>
                  <a:pt x="808196" y="425767"/>
                </a:lnTo>
                <a:lnTo>
                  <a:pt x="792241" y="425767"/>
                </a:lnTo>
                <a:lnTo>
                  <a:pt x="792241" y="350520"/>
                </a:lnTo>
                <a:cubicBezTo>
                  <a:pt x="792241" y="330755"/>
                  <a:pt x="784145" y="317658"/>
                  <a:pt x="764381" y="317658"/>
                </a:cubicBezTo>
                <a:cubicBezTo>
                  <a:pt x="738663" y="317658"/>
                  <a:pt x="729138" y="338375"/>
                  <a:pt x="729138" y="363617"/>
                </a:cubicBezTo>
                <a:lnTo>
                  <a:pt x="729138" y="425767"/>
                </a:lnTo>
                <a:lnTo>
                  <a:pt x="713184" y="425767"/>
                </a:lnTo>
                <a:lnTo>
                  <a:pt x="713184" y="336232"/>
                </a:lnTo>
                <a:cubicBezTo>
                  <a:pt x="713184" y="325755"/>
                  <a:pt x="713184" y="315277"/>
                  <a:pt x="712946" y="305990"/>
                </a:cubicBezTo>
                <a:lnTo>
                  <a:pt x="728424" y="305990"/>
                </a:lnTo>
                <a:cubicBezTo>
                  <a:pt x="728900" y="309562"/>
                  <a:pt x="729376" y="323850"/>
                  <a:pt x="729138" y="327422"/>
                </a:cubicBezTo>
                <a:cubicBezTo>
                  <a:pt x="734139" y="315992"/>
                  <a:pt x="743902" y="303133"/>
                  <a:pt x="767953" y="303133"/>
                </a:cubicBezTo>
                <a:close/>
                <a:moveTo>
                  <a:pt x="634603" y="303133"/>
                </a:moveTo>
                <a:cubicBezTo>
                  <a:pt x="656510" y="303133"/>
                  <a:pt x="674846" y="315753"/>
                  <a:pt x="674846" y="348377"/>
                </a:cubicBezTo>
                <a:lnTo>
                  <a:pt x="674846" y="425767"/>
                </a:lnTo>
                <a:lnTo>
                  <a:pt x="658891" y="425767"/>
                </a:lnTo>
                <a:lnTo>
                  <a:pt x="658891" y="350520"/>
                </a:lnTo>
                <a:cubicBezTo>
                  <a:pt x="658891" y="330755"/>
                  <a:pt x="650795" y="317658"/>
                  <a:pt x="631031" y="317658"/>
                </a:cubicBezTo>
                <a:cubicBezTo>
                  <a:pt x="605313" y="317658"/>
                  <a:pt x="595788" y="338375"/>
                  <a:pt x="595788" y="363617"/>
                </a:cubicBezTo>
                <a:lnTo>
                  <a:pt x="595788" y="425767"/>
                </a:lnTo>
                <a:lnTo>
                  <a:pt x="579834" y="425767"/>
                </a:lnTo>
                <a:lnTo>
                  <a:pt x="579834" y="336232"/>
                </a:lnTo>
                <a:cubicBezTo>
                  <a:pt x="579834" y="325755"/>
                  <a:pt x="579834" y="315277"/>
                  <a:pt x="579596" y="305990"/>
                </a:cubicBezTo>
                <a:lnTo>
                  <a:pt x="595074" y="305990"/>
                </a:lnTo>
                <a:cubicBezTo>
                  <a:pt x="595550" y="309562"/>
                  <a:pt x="596026" y="323850"/>
                  <a:pt x="595788" y="327422"/>
                </a:cubicBezTo>
                <a:cubicBezTo>
                  <a:pt x="600789" y="315992"/>
                  <a:pt x="610552" y="303133"/>
                  <a:pt x="634603" y="303133"/>
                </a:cubicBezTo>
                <a:close/>
                <a:moveTo>
                  <a:pt x="951309" y="250507"/>
                </a:moveTo>
                <a:lnTo>
                  <a:pt x="967263" y="250507"/>
                </a:lnTo>
                <a:lnTo>
                  <a:pt x="967263" y="365760"/>
                </a:lnTo>
                <a:cubicBezTo>
                  <a:pt x="977741" y="353853"/>
                  <a:pt x="1007983" y="322659"/>
                  <a:pt x="1024175" y="305990"/>
                </a:cubicBezTo>
                <a:lnTo>
                  <a:pt x="1043701" y="305990"/>
                </a:lnTo>
                <a:lnTo>
                  <a:pt x="997505" y="353139"/>
                </a:lnTo>
                <a:lnTo>
                  <a:pt x="1049416" y="425767"/>
                </a:lnTo>
                <a:lnTo>
                  <a:pt x="1030366" y="425767"/>
                </a:lnTo>
                <a:lnTo>
                  <a:pt x="986313" y="363378"/>
                </a:lnTo>
                <a:lnTo>
                  <a:pt x="967263" y="381714"/>
                </a:lnTo>
                <a:lnTo>
                  <a:pt x="967263" y="425767"/>
                </a:lnTo>
                <a:lnTo>
                  <a:pt x="951309" y="425767"/>
                </a:lnTo>
                <a:close/>
                <a:moveTo>
                  <a:pt x="332184" y="250507"/>
                </a:moveTo>
                <a:lnTo>
                  <a:pt x="348138" y="250507"/>
                </a:lnTo>
                <a:lnTo>
                  <a:pt x="348138" y="365760"/>
                </a:lnTo>
                <a:cubicBezTo>
                  <a:pt x="358616" y="353853"/>
                  <a:pt x="388858" y="322659"/>
                  <a:pt x="405050" y="305990"/>
                </a:cubicBezTo>
                <a:lnTo>
                  <a:pt x="424576" y="305990"/>
                </a:lnTo>
                <a:lnTo>
                  <a:pt x="378380" y="353139"/>
                </a:lnTo>
                <a:lnTo>
                  <a:pt x="430291" y="425767"/>
                </a:lnTo>
                <a:lnTo>
                  <a:pt x="411241" y="425767"/>
                </a:lnTo>
                <a:lnTo>
                  <a:pt x="367188" y="363378"/>
                </a:lnTo>
                <a:lnTo>
                  <a:pt x="348138" y="381714"/>
                </a:lnTo>
                <a:lnTo>
                  <a:pt x="348138" y="425767"/>
                </a:lnTo>
                <a:lnTo>
                  <a:pt x="332184" y="425767"/>
                </a:lnTo>
                <a:close/>
                <a:moveTo>
                  <a:pt x="199310" y="108823"/>
                </a:moveTo>
                <a:cubicBezTo>
                  <a:pt x="174069" y="108823"/>
                  <a:pt x="159067" y="115490"/>
                  <a:pt x="159067" y="134302"/>
                </a:cubicBezTo>
                <a:cubicBezTo>
                  <a:pt x="159067" y="148352"/>
                  <a:pt x="168830" y="158115"/>
                  <a:pt x="184785" y="158115"/>
                </a:cubicBezTo>
                <a:cubicBezTo>
                  <a:pt x="216693" y="158115"/>
                  <a:pt x="220980" y="136922"/>
                  <a:pt x="220980" y="112871"/>
                </a:cubicBezTo>
                <a:lnTo>
                  <a:pt x="220980" y="108823"/>
                </a:lnTo>
                <a:close/>
                <a:moveTo>
                  <a:pt x="1043940" y="60007"/>
                </a:moveTo>
                <a:cubicBezTo>
                  <a:pt x="1018698" y="60007"/>
                  <a:pt x="1006316" y="80486"/>
                  <a:pt x="1006316" y="108585"/>
                </a:cubicBezTo>
                <a:cubicBezTo>
                  <a:pt x="1006316" y="136207"/>
                  <a:pt x="1020841" y="157400"/>
                  <a:pt x="1044416" y="157400"/>
                </a:cubicBezTo>
                <a:cubicBezTo>
                  <a:pt x="1068466" y="157400"/>
                  <a:pt x="1082040" y="137636"/>
                  <a:pt x="1082040" y="108823"/>
                </a:cubicBezTo>
                <a:cubicBezTo>
                  <a:pt x="1082040" y="80962"/>
                  <a:pt x="1068704" y="60007"/>
                  <a:pt x="1043940" y="60007"/>
                </a:cubicBezTo>
                <a:close/>
                <a:moveTo>
                  <a:pt x="718661" y="59531"/>
                </a:moveTo>
                <a:cubicBezTo>
                  <a:pt x="695563" y="59531"/>
                  <a:pt x="685323" y="75485"/>
                  <a:pt x="682942" y="98822"/>
                </a:cubicBezTo>
                <a:lnTo>
                  <a:pt x="752474" y="98822"/>
                </a:lnTo>
                <a:cubicBezTo>
                  <a:pt x="752236" y="76914"/>
                  <a:pt x="740806" y="59531"/>
                  <a:pt x="718661" y="59531"/>
                </a:cubicBezTo>
                <a:close/>
                <a:moveTo>
                  <a:pt x="1173956" y="45958"/>
                </a:moveTo>
                <a:cubicBezTo>
                  <a:pt x="1190863" y="45958"/>
                  <a:pt x="1203483" y="54292"/>
                  <a:pt x="1208008" y="68580"/>
                </a:cubicBezTo>
                <a:cubicBezTo>
                  <a:pt x="1214199" y="56673"/>
                  <a:pt x="1225867" y="45958"/>
                  <a:pt x="1246822" y="45958"/>
                </a:cubicBezTo>
                <a:cubicBezTo>
                  <a:pt x="1265634" y="45958"/>
                  <a:pt x="1284446" y="56912"/>
                  <a:pt x="1284446" y="89773"/>
                </a:cubicBezTo>
                <a:lnTo>
                  <a:pt x="1284446" y="168592"/>
                </a:lnTo>
                <a:lnTo>
                  <a:pt x="1268730" y="168592"/>
                </a:lnTo>
                <a:lnTo>
                  <a:pt x="1268730" y="91678"/>
                </a:lnTo>
                <a:cubicBezTo>
                  <a:pt x="1268730" y="76676"/>
                  <a:pt x="1263253" y="60483"/>
                  <a:pt x="1242536" y="60483"/>
                </a:cubicBezTo>
                <a:cubicBezTo>
                  <a:pt x="1221104" y="60483"/>
                  <a:pt x="1211341" y="77390"/>
                  <a:pt x="1211341" y="99774"/>
                </a:cubicBezTo>
                <a:lnTo>
                  <a:pt x="1211341" y="168592"/>
                </a:lnTo>
                <a:lnTo>
                  <a:pt x="1195863" y="168592"/>
                </a:lnTo>
                <a:lnTo>
                  <a:pt x="1195863" y="92154"/>
                </a:lnTo>
                <a:cubicBezTo>
                  <a:pt x="1195863" y="75485"/>
                  <a:pt x="1190863" y="60483"/>
                  <a:pt x="1170384" y="60483"/>
                </a:cubicBezTo>
                <a:cubicBezTo>
                  <a:pt x="1148953" y="60483"/>
                  <a:pt x="1138475" y="78819"/>
                  <a:pt x="1138475" y="102393"/>
                </a:cubicBezTo>
                <a:lnTo>
                  <a:pt x="1138475" y="168592"/>
                </a:lnTo>
                <a:lnTo>
                  <a:pt x="1122759" y="168592"/>
                </a:lnTo>
                <a:lnTo>
                  <a:pt x="1122759" y="79772"/>
                </a:lnTo>
                <a:cubicBezTo>
                  <a:pt x="1122759" y="69294"/>
                  <a:pt x="1122759" y="58340"/>
                  <a:pt x="1122521" y="48815"/>
                </a:cubicBezTo>
                <a:lnTo>
                  <a:pt x="1137999" y="48815"/>
                </a:lnTo>
                <a:cubicBezTo>
                  <a:pt x="1138237" y="52625"/>
                  <a:pt x="1138713" y="62150"/>
                  <a:pt x="1138475" y="68818"/>
                </a:cubicBezTo>
                <a:cubicBezTo>
                  <a:pt x="1143714" y="57388"/>
                  <a:pt x="1154668" y="45958"/>
                  <a:pt x="1173956" y="45958"/>
                </a:cubicBezTo>
                <a:close/>
                <a:moveTo>
                  <a:pt x="1044654" y="45958"/>
                </a:moveTo>
                <a:cubicBezTo>
                  <a:pt x="1077277" y="45958"/>
                  <a:pt x="1098708" y="70723"/>
                  <a:pt x="1098708" y="108347"/>
                </a:cubicBezTo>
                <a:cubicBezTo>
                  <a:pt x="1098708" y="142398"/>
                  <a:pt x="1079658" y="171450"/>
                  <a:pt x="1043463" y="171450"/>
                </a:cubicBezTo>
                <a:cubicBezTo>
                  <a:pt x="1010126" y="171450"/>
                  <a:pt x="989885" y="144780"/>
                  <a:pt x="989885" y="108823"/>
                </a:cubicBezTo>
                <a:cubicBezTo>
                  <a:pt x="989885" y="74057"/>
                  <a:pt x="1009411" y="45958"/>
                  <a:pt x="1044654" y="45958"/>
                </a:cubicBezTo>
                <a:close/>
                <a:moveTo>
                  <a:pt x="853678" y="45958"/>
                </a:moveTo>
                <a:cubicBezTo>
                  <a:pt x="875585" y="45958"/>
                  <a:pt x="893921" y="58578"/>
                  <a:pt x="893921" y="91202"/>
                </a:cubicBezTo>
                <a:lnTo>
                  <a:pt x="893921" y="168592"/>
                </a:lnTo>
                <a:lnTo>
                  <a:pt x="877966" y="168592"/>
                </a:lnTo>
                <a:lnTo>
                  <a:pt x="877966" y="93345"/>
                </a:lnTo>
                <a:cubicBezTo>
                  <a:pt x="877966" y="73580"/>
                  <a:pt x="869870" y="60483"/>
                  <a:pt x="850106" y="60483"/>
                </a:cubicBezTo>
                <a:cubicBezTo>
                  <a:pt x="824388" y="60483"/>
                  <a:pt x="814863" y="81200"/>
                  <a:pt x="814863" y="106442"/>
                </a:cubicBezTo>
                <a:lnTo>
                  <a:pt x="814863" y="168592"/>
                </a:lnTo>
                <a:lnTo>
                  <a:pt x="798909" y="168592"/>
                </a:lnTo>
                <a:lnTo>
                  <a:pt x="798909" y="79057"/>
                </a:lnTo>
                <a:cubicBezTo>
                  <a:pt x="798909" y="68580"/>
                  <a:pt x="798909" y="58102"/>
                  <a:pt x="798671" y="48815"/>
                </a:cubicBezTo>
                <a:lnTo>
                  <a:pt x="814149" y="48815"/>
                </a:lnTo>
                <a:cubicBezTo>
                  <a:pt x="814625" y="52387"/>
                  <a:pt x="815101" y="66675"/>
                  <a:pt x="814863" y="70247"/>
                </a:cubicBezTo>
                <a:cubicBezTo>
                  <a:pt x="819864" y="58817"/>
                  <a:pt x="829627" y="45958"/>
                  <a:pt x="853678" y="45958"/>
                </a:cubicBezTo>
                <a:close/>
                <a:moveTo>
                  <a:pt x="718899" y="45958"/>
                </a:moveTo>
                <a:cubicBezTo>
                  <a:pt x="756761" y="45958"/>
                  <a:pt x="768905" y="77390"/>
                  <a:pt x="768905" y="101203"/>
                </a:cubicBezTo>
                <a:cubicBezTo>
                  <a:pt x="768905" y="104775"/>
                  <a:pt x="768905" y="108108"/>
                  <a:pt x="768667" y="111204"/>
                </a:cubicBezTo>
                <a:lnTo>
                  <a:pt x="682228" y="111204"/>
                </a:lnTo>
                <a:cubicBezTo>
                  <a:pt x="682228" y="139065"/>
                  <a:pt x="696277" y="157400"/>
                  <a:pt x="718184" y="157400"/>
                </a:cubicBezTo>
                <a:cubicBezTo>
                  <a:pt x="739140" y="157400"/>
                  <a:pt x="746045" y="145970"/>
                  <a:pt x="750093" y="136683"/>
                </a:cubicBezTo>
                <a:lnTo>
                  <a:pt x="766286" y="136683"/>
                </a:lnTo>
                <a:cubicBezTo>
                  <a:pt x="761285" y="152400"/>
                  <a:pt x="748664" y="171450"/>
                  <a:pt x="717708" y="171450"/>
                </a:cubicBezTo>
                <a:cubicBezTo>
                  <a:pt x="680561" y="171450"/>
                  <a:pt x="666035" y="140493"/>
                  <a:pt x="666035" y="109775"/>
                </a:cubicBezTo>
                <a:cubicBezTo>
                  <a:pt x="666035" y="75009"/>
                  <a:pt x="683418" y="45958"/>
                  <a:pt x="718899" y="45958"/>
                </a:cubicBezTo>
                <a:close/>
                <a:moveTo>
                  <a:pt x="526256" y="45958"/>
                </a:moveTo>
                <a:cubicBezTo>
                  <a:pt x="543163" y="45958"/>
                  <a:pt x="555783" y="54292"/>
                  <a:pt x="560308" y="68580"/>
                </a:cubicBezTo>
                <a:cubicBezTo>
                  <a:pt x="566499" y="56673"/>
                  <a:pt x="578167" y="45958"/>
                  <a:pt x="599122" y="45958"/>
                </a:cubicBezTo>
                <a:cubicBezTo>
                  <a:pt x="617934" y="45958"/>
                  <a:pt x="636746" y="56912"/>
                  <a:pt x="636746" y="89773"/>
                </a:cubicBezTo>
                <a:lnTo>
                  <a:pt x="636746" y="168592"/>
                </a:lnTo>
                <a:lnTo>
                  <a:pt x="621030" y="168592"/>
                </a:lnTo>
                <a:lnTo>
                  <a:pt x="621030" y="91678"/>
                </a:lnTo>
                <a:cubicBezTo>
                  <a:pt x="621030" y="76676"/>
                  <a:pt x="615553" y="60483"/>
                  <a:pt x="594836" y="60483"/>
                </a:cubicBezTo>
                <a:cubicBezTo>
                  <a:pt x="573404" y="60483"/>
                  <a:pt x="563641" y="77390"/>
                  <a:pt x="563641" y="99774"/>
                </a:cubicBezTo>
                <a:lnTo>
                  <a:pt x="563641" y="168592"/>
                </a:lnTo>
                <a:lnTo>
                  <a:pt x="548163" y="168592"/>
                </a:lnTo>
                <a:lnTo>
                  <a:pt x="548163" y="92154"/>
                </a:lnTo>
                <a:cubicBezTo>
                  <a:pt x="548163" y="75485"/>
                  <a:pt x="543163" y="60483"/>
                  <a:pt x="522684" y="60483"/>
                </a:cubicBezTo>
                <a:cubicBezTo>
                  <a:pt x="501253" y="60483"/>
                  <a:pt x="490775" y="78819"/>
                  <a:pt x="490775" y="102393"/>
                </a:cubicBezTo>
                <a:lnTo>
                  <a:pt x="490775" y="168592"/>
                </a:lnTo>
                <a:lnTo>
                  <a:pt x="475059" y="168592"/>
                </a:lnTo>
                <a:lnTo>
                  <a:pt x="475059" y="79772"/>
                </a:lnTo>
                <a:cubicBezTo>
                  <a:pt x="475059" y="69294"/>
                  <a:pt x="475059" y="58340"/>
                  <a:pt x="474821" y="48815"/>
                </a:cubicBezTo>
                <a:lnTo>
                  <a:pt x="490299" y="48815"/>
                </a:lnTo>
                <a:cubicBezTo>
                  <a:pt x="490537" y="52625"/>
                  <a:pt x="491013" y="62150"/>
                  <a:pt x="490775" y="68818"/>
                </a:cubicBezTo>
                <a:cubicBezTo>
                  <a:pt x="496014" y="57388"/>
                  <a:pt x="506968" y="45958"/>
                  <a:pt x="526256" y="45958"/>
                </a:cubicBezTo>
                <a:close/>
                <a:moveTo>
                  <a:pt x="326231" y="45958"/>
                </a:moveTo>
                <a:cubicBezTo>
                  <a:pt x="343138" y="45958"/>
                  <a:pt x="355758" y="54292"/>
                  <a:pt x="360283" y="68580"/>
                </a:cubicBezTo>
                <a:cubicBezTo>
                  <a:pt x="366474" y="56673"/>
                  <a:pt x="378142" y="45958"/>
                  <a:pt x="399097" y="45958"/>
                </a:cubicBezTo>
                <a:cubicBezTo>
                  <a:pt x="417909" y="45958"/>
                  <a:pt x="436721" y="56912"/>
                  <a:pt x="436721" y="89773"/>
                </a:cubicBezTo>
                <a:lnTo>
                  <a:pt x="436721" y="168592"/>
                </a:lnTo>
                <a:lnTo>
                  <a:pt x="421004" y="168592"/>
                </a:lnTo>
                <a:lnTo>
                  <a:pt x="421004" y="91678"/>
                </a:lnTo>
                <a:cubicBezTo>
                  <a:pt x="421004" y="76676"/>
                  <a:pt x="415528" y="60483"/>
                  <a:pt x="394811" y="60483"/>
                </a:cubicBezTo>
                <a:cubicBezTo>
                  <a:pt x="373379" y="60483"/>
                  <a:pt x="363616" y="77390"/>
                  <a:pt x="363616" y="99774"/>
                </a:cubicBezTo>
                <a:lnTo>
                  <a:pt x="363616" y="168592"/>
                </a:lnTo>
                <a:lnTo>
                  <a:pt x="348138" y="168592"/>
                </a:lnTo>
                <a:lnTo>
                  <a:pt x="348138" y="92154"/>
                </a:lnTo>
                <a:cubicBezTo>
                  <a:pt x="348138" y="75485"/>
                  <a:pt x="343138" y="60483"/>
                  <a:pt x="322659" y="60483"/>
                </a:cubicBezTo>
                <a:cubicBezTo>
                  <a:pt x="301228" y="60483"/>
                  <a:pt x="290750" y="78819"/>
                  <a:pt x="290750" y="102393"/>
                </a:cubicBezTo>
                <a:lnTo>
                  <a:pt x="290750" y="168592"/>
                </a:lnTo>
                <a:lnTo>
                  <a:pt x="275034" y="168592"/>
                </a:lnTo>
                <a:lnTo>
                  <a:pt x="275034" y="79772"/>
                </a:lnTo>
                <a:cubicBezTo>
                  <a:pt x="275034" y="69294"/>
                  <a:pt x="275034" y="58340"/>
                  <a:pt x="274796" y="48815"/>
                </a:cubicBezTo>
                <a:lnTo>
                  <a:pt x="290274" y="48815"/>
                </a:lnTo>
                <a:cubicBezTo>
                  <a:pt x="290512" y="52625"/>
                  <a:pt x="290988" y="62150"/>
                  <a:pt x="290750" y="68818"/>
                </a:cubicBezTo>
                <a:cubicBezTo>
                  <a:pt x="295989" y="57388"/>
                  <a:pt x="306943" y="45958"/>
                  <a:pt x="326231" y="45958"/>
                </a:cubicBezTo>
                <a:close/>
                <a:moveTo>
                  <a:pt x="192643" y="45958"/>
                </a:moveTo>
                <a:cubicBezTo>
                  <a:pt x="220741" y="45958"/>
                  <a:pt x="236458" y="57626"/>
                  <a:pt x="236458" y="84296"/>
                </a:cubicBezTo>
                <a:lnTo>
                  <a:pt x="236458" y="144303"/>
                </a:lnTo>
                <a:cubicBezTo>
                  <a:pt x="236458" y="155019"/>
                  <a:pt x="237410" y="165020"/>
                  <a:pt x="238124" y="168592"/>
                </a:cubicBezTo>
                <a:lnTo>
                  <a:pt x="222885" y="168592"/>
                </a:lnTo>
                <a:cubicBezTo>
                  <a:pt x="221932" y="165735"/>
                  <a:pt x="221218" y="160258"/>
                  <a:pt x="220980" y="151447"/>
                </a:cubicBezTo>
                <a:cubicBezTo>
                  <a:pt x="216693" y="159782"/>
                  <a:pt x="206692" y="171450"/>
                  <a:pt x="182641" y="171450"/>
                </a:cubicBezTo>
                <a:cubicBezTo>
                  <a:pt x="154543" y="171450"/>
                  <a:pt x="142636" y="153352"/>
                  <a:pt x="142636" y="135255"/>
                </a:cubicBezTo>
                <a:cubicBezTo>
                  <a:pt x="142636" y="108585"/>
                  <a:pt x="163353" y="96678"/>
                  <a:pt x="199072" y="96678"/>
                </a:cubicBezTo>
                <a:lnTo>
                  <a:pt x="220741" y="96678"/>
                </a:lnTo>
                <a:lnTo>
                  <a:pt x="220741" y="85248"/>
                </a:lnTo>
                <a:cubicBezTo>
                  <a:pt x="220741" y="73818"/>
                  <a:pt x="217170" y="59293"/>
                  <a:pt x="192166" y="59293"/>
                </a:cubicBezTo>
                <a:cubicBezTo>
                  <a:pt x="169783" y="59293"/>
                  <a:pt x="166449" y="70723"/>
                  <a:pt x="164068" y="80248"/>
                </a:cubicBezTo>
                <a:lnTo>
                  <a:pt x="148351" y="80248"/>
                </a:lnTo>
                <a:cubicBezTo>
                  <a:pt x="149780" y="65722"/>
                  <a:pt x="158829" y="45958"/>
                  <a:pt x="192643" y="45958"/>
                </a:cubicBezTo>
                <a:close/>
                <a:moveTo>
                  <a:pt x="60245" y="0"/>
                </a:moveTo>
                <a:cubicBezTo>
                  <a:pt x="98107" y="0"/>
                  <a:pt x="114061" y="22622"/>
                  <a:pt x="116205" y="43577"/>
                </a:cubicBezTo>
                <a:lnTo>
                  <a:pt x="98821" y="43577"/>
                </a:lnTo>
                <a:cubicBezTo>
                  <a:pt x="95250" y="27146"/>
                  <a:pt x="84772" y="14525"/>
                  <a:pt x="59531" y="14525"/>
                </a:cubicBezTo>
                <a:cubicBezTo>
                  <a:pt x="37147" y="14525"/>
                  <a:pt x="24765" y="24765"/>
                  <a:pt x="24765" y="42148"/>
                </a:cubicBezTo>
                <a:cubicBezTo>
                  <a:pt x="24765" y="59055"/>
                  <a:pt x="35004" y="65722"/>
                  <a:pt x="65008" y="73104"/>
                </a:cubicBezTo>
                <a:cubicBezTo>
                  <a:pt x="112156" y="84772"/>
                  <a:pt x="119776" y="103346"/>
                  <a:pt x="119776" y="124063"/>
                </a:cubicBezTo>
                <a:cubicBezTo>
                  <a:pt x="119776" y="149542"/>
                  <a:pt x="100965" y="170497"/>
                  <a:pt x="61436" y="170497"/>
                </a:cubicBezTo>
                <a:cubicBezTo>
                  <a:pt x="19764" y="170497"/>
                  <a:pt x="3333" y="146923"/>
                  <a:pt x="0" y="123110"/>
                </a:cubicBezTo>
                <a:lnTo>
                  <a:pt x="17621" y="123110"/>
                </a:lnTo>
                <a:cubicBezTo>
                  <a:pt x="22383" y="144303"/>
                  <a:pt x="36433" y="156448"/>
                  <a:pt x="62388" y="156448"/>
                </a:cubicBezTo>
                <a:cubicBezTo>
                  <a:pt x="90725" y="156448"/>
                  <a:pt x="101679" y="142637"/>
                  <a:pt x="101679" y="125492"/>
                </a:cubicBezTo>
                <a:cubicBezTo>
                  <a:pt x="101679" y="107632"/>
                  <a:pt x="93583" y="97155"/>
                  <a:pt x="58340" y="88582"/>
                </a:cubicBezTo>
                <a:cubicBezTo>
                  <a:pt x="21431" y="79295"/>
                  <a:pt x="6905" y="67151"/>
                  <a:pt x="6905" y="43338"/>
                </a:cubicBezTo>
                <a:cubicBezTo>
                  <a:pt x="6905" y="20240"/>
                  <a:pt x="23812" y="0"/>
                  <a:pt x="60245"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ogo on red background">
  <p:cSld name="Logo on red background">
    <p:bg>
      <p:bgPr>
        <a:solidFill>
          <a:srgbClr val="000000"/>
        </a:solidFill>
      </p:bgPr>
    </p:bg>
    <p:spTree>
      <p:nvGrpSpPr>
        <p:cNvPr id="14" name="Shape 14"/>
        <p:cNvGrpSpPr/>
        <p:nvPr/>
      </p:nvGrpSpPr>
      <p:grpSpPr>
        <a:xfrm>
          <a:off x="0" y="0"/>
          <a:ext cx="0" cy="0"/>
          <a:chOff x="0" y="0"/>
          <a:chExt cx="0" cy="0"/>
        </a:xfrm>
      </p:grpSpPr>
      <p:sp>
        <p:nvSpPr>
          <p:cNvPr id="15" name="Google Shape;15;p3"/>
          <p:cNvSpPr/>
          <p:nvPr/>
        </p:nvSpPr>
        <p:spPr>
          <a:xfrm>
            <a:off x="0" y="0"/>
            <a:ext cx="9144000" cy="5143500"/>
          </a:xfrm>
          <a:custGeom>
            <a:rect b="b" l="l" r="r" t="t"/>
            <a:pathLst>
              <a:path extrusionOk="0" h="6858000" w="12192000">
                <a:moveTo>
                  <a:pt x="789493" y="0"/>
                </a:moveTo>
                <a:lnTo>
                  <a:pt x="11402507" y="0"/>
                </a:lnTo>
                <a:lnTo>
                  <a:pt x="11402511" y="0"/>
                </a:lnTo>
                <a:lnTo>
                  <a:pt x="12192000" y="0"/>
                </a:lnTo>
                <a:lnTo>
                  <a:pt x="12192000" y="789493"/>
                </a:lnTo>
                <a:lnTo>
                  <a:pt x="12192000" y="816864"/>
                </a:lnTo>
                <a:lnTo>
                  <a:pt x="12192000" y="6041136"/>
                </a:lnTo>
                <a:lnTo>
                  <a:pt x="12192000" y="6068507"/>
                </a:lnTo>
                <a:lnTo>
                  <a:pt x="12192000" y="6858000"/>
                </a:lnTo>
                <a:lnTo>
                  <a:pt x="11402507" y="6858000"/>
                </a:lnTo>
                <a:lnTo>
                  <a:pt x="11387328" y="6858000"/>
                </a:lnTo>
                <a:lnTo>
                  <a:pt x="789493" y="6858000"/>
                </a:lnTo>
                <a:cubicBezTo>
                  <a:pt x="353468" y="6858000"/>
                  <a:pt x="0" y="6504532"/>
                  <a:pt x="0" y="6068507"/>
                </a:cubicBezTo>
                <a:lnTo>
                  <a:pt x="0" y="789493"/>
                </a:lnTo>
                <a:lnTo>
                  <a:pt x="0" y="789491"/>
                </a:lnTo>
                <a:lnTo>
                  <a:pt x="0" y="0"/>
                </a:lnTo>
                <a:lnTo>
                  <a:pt x="789491" y="0"/>
                </a:lnTo>
                <a:close/>
              </a:path>
            </a:pathLst>
          </a:custGeom>
          <a:solidFill>
            <a:srgbClr val="C8102E"/>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descr="UiA logo" id="16" name="Google Shape;16;p3"/>
          <p:cNvPicPr preferRelativeResize="0"/>
          <p:nvPr/>
        </p:nvPicPr>
        <p:blipFill rotWithShape="1">
          <a:blip r:embed="rId2">
            <a:alphaModFix/>
          </a:blip>
          <a:srcRect b="0" l="0" r="0" t="0"/>
          <a:stretch/>
        </p:blipFill>
        <p:spPr>
          <a:xfrm>
            <a:off x="3262402" y="2328437"/>
            <a:ext cx="2619196" cy="486626"/>
          </a:xfrm>
          <a:prstGeom prst="rect">
            <a:avLst/>
          </a:prstGeom>
          <a:noFill/>
          <a:ln>
            <a:noFill/>
          </a:ln>
        </p:spPr>
      </p:pic>
      <p:sp>
        <p:nvSpPr>
          <p:cNvPr id="17" name="Google Shape;17;p3"/>
          <p:cNvSpPr/>
          <p:nvPr/>
        </p:nvSpPr>
        <p:spPr>
          <a:xfrm>
            <a:off x="8095422" y="4389053"/>
            <a:ext cx="643466" cy="436375"/>
          </a:xfrm>
          <a:custGeom>
            <a:rect b="b" l="l" r="r" t="t"/>
            <a:pathLst>
              <a:path extrusionOk="0" h="749141" w="1104662">
                <a:moveTo>
                  <a:pt x="501253" y="590550"/>
                </a:moveTo>
                <a:cubicBezTo>
                  <a:pt x="476012" y="590550"/>
                  <a:pt x="464820" y="611981"/>
                  <a:pt x="464820" y="638651"/>
                </a:cubicBezTo>
                <a:cubicBezTo>
                  <a:pt x="464820" y="665560"/>
                  <a:pt x="478869" y="684610"/>
                  <a:pt x="500539" y="684610"/>
                </a:cubicBezTo>
                <a:cubicBezTo>
                  <a:pt x="528637" y="684610"/>
                  <a:pt x="536972" y="666036"/>
                  <a:pt x="536972" y="636985"/>
                </a:cubicBezTo>
                <a:cubicBezTo>
                  <a:pt x="536972" y="607457"/>
                  <a:pt x="528399" y="590550"/>
                  <a:pt x="501253" y="590550"/>
                </a:cubicBezTo>
                <a:close/>
                <a:moveTo>
                  <a:pt x="378381" y="590550"/>
                </a:moveTo>
                <a:cubicBezTo>
                  <a:pt x="353139" y="590550"/>
                  <a:pt x="340757" y="611029"/>
                  <a:pt x="340757" y="639128"/>
                </a:cubicBezTo>
                <a:cubicBezTo>
                  <a:pt x="340757" y="666750"/>
                  <a:pt x="355283" y="687943"/>
                  <a:pt x="378857" y="687943"/>
                </a:cubicBezTo>
                <a:cubicBezTo>
                  <a:pt x="402907" y="687943"/>
                  <a:pt x="416481" y="668179"/>
                  <a:pt x="416481" y="639366"/>
                </a:cubicBezTo>
                <a:cubicBezTo>
                  <a:pt x="416481" y="611505"/>
                  <a:pt x="403145" y="590550"/>
                  <a:pt x="378381" y="590550"/>
                </a:cubicBezTo>
                <a:close/>
                <a:moveTo>
                  <a:pt x="967502" y="590074"/>
                </a:moveTo>
                <a:cubicBezTo>
                  <a:pt x="944404" y="590074"/>
                  <a:pt x="934164" y="606028"/>
                  <a:pt x="931783" y="629365"/>
                </a:cubicBezTo>
                <a:lnTo>
                  <a:pt x="1001315" y="629365"/>
                </a:lnTo>
                <a:cubicBezTo>
                  <a:pt x="1001077" y="607457"/>
                  <a:pt x="989647" y="590074"/>
                  <a:pt x="967502" y="590074"/>
                </a:cubicBezTo>
                <a:close/>
                <a:moveTo>
                  <a:pt x="634127" y="590074"/>
                </a:moveTo>
                <a:cubicBezTo>
                  <a:pt x="611029" y="590074"/>
                  <a:pt x="600789" y="606028"/>
                  <a:pt x="598408" y="629365"/>
                </a:cubicBezTo>
                <a:lnTo>
                  <a:pt x="667941" y="629365"/>
                </a:lnTo>
                <a:cubicBezTo>
                  <a:pt x="667702" y="607457"/>
                  <a:pt x="656272" y="590074"/>
                  <a:pt x="634127" y="590074"/>
                </a:cubicBezTo>
                <a:close/>
                <a:moveTo>
                  <a:pt x="1104662" y="576501"/>
                </a:moveTo>
                <a:lnTo>
                  <a:pt x="1104662" y="592931"/>
                </a:lnTo>
                <a:cubicBezTo>
                  <a:pt x="1079897" y="594122"/>
                  <a:pt x="1063704" y="609362"/>
                  <a:pt x="1063704" y="638651"/>
                </a:cubicBezTo>
                <a:lnTo>
                  <a:pt x="1063704" y="699135"/>
                </a:lnTo>
                <a:lnTo>
                  <a:pt x="1047750" y="699135"/>
                </a:lnTo>
                <a:lnTo>
                  <a:pt x="1047750" y="611981"/>
                </a:lnTo>
                <a:cubicBezTo>
                  <a:pt x="1047750" y="593408"/>
                  <a:pt x="1047512" y="584359"/>
                  <a:pt x="1047512" y="579358"/>
                </a:cubicBezTo>
                <a:lnTo>
                  <a:pt x="1062990" y="579358"/>
                </a:lnTo>
                <a:cubicBezTo>
                  <a:pt x="1063466" y="582930"/>
                  <a:pt x="1063704" y="591503"/>
                  <a:pt x="1063704" y="605076"/>
                </a:cubicBezTo>
                <a:cubicBezTo>
                  <a:pt x="1070372" y="587931"/>
                  <a:pt x="1085135" y="577215"/>
                  <a:pt x="1104662" y="576501"/>
                </a:cubicBezTo>
                <a:close/>
                <a:moveTo>
                  <a:pt x="967740" y="576501"/>
                </a:moveTo>
                <a:cubicBezTo>
                  <a:pt x="1005602" y="576501"/>
                  <a:pt x="1017746" y="607933"/>
                  <a:pt x="1017746" y="631746"/>
                </a:cubicBezTo>
                <a:cubicBezTo>
                  <a:pt x="1017746" y="635318"/>
                  <a:pt x="1017746" y="638651"/>
                  <a:pt x="1017508" y="641747"/>
                </a:cubicBezTo>
                <a:lnTo>
                  <a:pt x="931069" y="641747"/>
                </a:lnTo>
                <a:cubicBezTo>
                  <a:pt x="931069" y="669608"/>
                  <a:pt x="945118" y="687943"/>
                  <a:pt x="967025" y="687943"/>
                </a:cubicBezTo>
                <a:cubicBezTo>
                  <a:pt x="987981" y="687943"/>
                  <a:pt x="994886" y="676513"/>
                  <a:pt x="998934" y="667226"/>
                </a:cubicBezTo>
                <a:lnTo>
                  <a:pt x="1015127" y="667226"/>
                </a:lnTo>
                <a:cubicBezTo>
                  <a:pt x="1010126" y="682943"/>
                  <a:pt x="997505" y="701993"/>
                  <a:pt x="966549" y="701993"/>
                </a:cubicBezTo>
                <a:cubicBezTo>
                  <a:pt x="929402" y="701993"/>
                  <a:pt x="914876" y="671036"/>
                  <a:pt x="914876" y="640318"/>
                </a:cubicBezTo>
                <a:cubicBezTo>
                  <a:pt x="914876" y="605552"/>
                  <a:pt x="932259" y="576501"/>
                  <a:pt x="967740" y="576501"/>
                </a:cubicBezTo>
                <a:close/>
                <a:moveTo>
                  <a:pt x="634365" y="576501"/>
                </a:moveTo>
                <a:cubicBezTo>
                  <a:pt x="672227" y="576501"/>
                  <a:pt x="684371" y="607933"/>
                  <a:pt x="684371" y="631746"/>
                </a:cubicBezTo>
                <a:cubicBezTo>
                  <a:pt x="684371" y="635318"/>
                  <a:pt x="684371" y="638651"/>
                  <a:pt x="684133" y="641747"/>
                </a:cubicBezTo>
                <a:lnTo>
                  <a:pt x="597694" y="641747"/>
                </a:lnTo>
                <a:cubicBezTo>
                  <a:pt x="597694" y="669608"/>
                  <a:pt x="611743" y="687943"/>
                  <a:pt x="633651" y="687943"/>
                </a:cubicBezTo>
                <a:cubicBezTo>
                  <a:pt x="654605" y="687943"/>
                  <a:pt x="661511" y="676513"/>
                  <a:pt x="665559" y="667226"/>
                </a:cubicBezTo>
                <a:lnTo>
                  <a:pt x="681752" y="667226"/>
                </a:lnTo>
                <a:cubicBezTo>
                  <a:pt x="676751" y="682943"/>
                  <a:pt x="664131" y="701993"/>
                  <a:pt x="633174" y="701993"/>
                </a:cubicBezTo>
                <a:cubicBezTo>
                  <a:pt x="596027" y="701993"/>
                  <a:pt x="581501" y="671036"/>
                  <a:pt x="581501" y="640318"/>
                </a:cubicBezTo>
                <a:cubicBezTo>
                  <a:pt x="581501" y="605552"/>
                  <a:pt x="598884" y="576501"/>
                  <a:pt x="634365" y="576501"/>
                </a:cubicBezTo>
                <a:close/>
                <a:moveTo>
                  <a:pt x="499586" y="576501"/>
                </a:moveTo>
                <a:cubicBezTo>
                  <a:pt x="523399" y="576501"/>
                  <a:pt x="533400" y="587693"/>
                  <a:pt x="536496" y="596503"/>
                </a:cubicBezTo>
                <a:cubicBezTo>
                  <a:pt x="536734" y="590312"/>
                  <a:pt x="537210" y="581978"/>
                  <a:pt x="537448" y="579358"/>
                </a:cubicBezTo>
                <a:lnTo>
                  <a:pt x="552450" y="579358"/>
                </a:lnTo>
                <a:cubicBezTo>
                  <a:pt x="552450" y="584835"/>
                  <a:pt x="551974" y="602456"/>
                  <a:pt x="551974" y="613886"/>
                </a:cubicBezTo>
                <a:lnTo>
                  <a:pt x="551974" y="689848"/>
                </a:lnTo>
                <a:cubicBezTo>
                  <a:pt x="551974" y="728186"/>
                  <a:pt x="535543" y="749141"/>
                  <a:pt x="498634" y="749141"/>
                </a:cubicBezTo>
                <a:cubicBezTo>
                  <a:pt x="465296" y="749141"/>
                  <a:pt x="453152" y="730330"/>
                  <a:pt x="450532" y="712946"/>
                </a:cubicBezTo>
                <a:lnTo>
                  <a:pt x="466725" y="712946"/>
                </a:lnTo>
                <a:cubicBezTo>
                  <a:pt x="470773" y="727948"/>
                  <a:pt x="482917" y="735330"/>
                  <a:pt x="499348" y="735330"/>
                </a:cubicBezTo>
                <a:cubicBezTo>
                  <a:pt x="528875" y="735330"/>
                  <a:pt x="536496" y="716518"/>
                  <a:pt x="536496" y="687467"/>
                </a:cubicBezTo>
                <a:lnTo>
                  <a:pt x="536496" y="676275"/>
                </a:lnTo>
                <a:cubicBezTo>
                  <a:pt x="530066" y="690801"/>
                  <a:pt x="518636" y="698897"/>
                  <a:pt x="497681" y="698897"/>
                </a:cubicBezTo>
                <a:cubicBezTo>
                  <a:pt x="468868" y="698897"/>
                  <a:pt x="448151" y="675561"/>
                  <a:pt x="448151" y="639366"/>
                </a:cubicBezTo>
                <a:cubicBezTo>
                  <a:pt x="448151" y="599599"/>
                  <a:pt x="471011" y="576501"/>
                  <a:pt x="499586" y="576501"/>
                </a:cubicBezTo>
                <a:close/>
                <a:moveTo>
                  <a:pt x="379095" y="576501"/>
                </a:moveTo>
                <a:cubicBezTo>
                  <a:pt x="411718" y="576501"/>
                  <a:pt x="433149" y="601266"/>
                  <a:pt x="433149" y="638890"/>
                </a:cubicBezTo>
                <a:cubicBezTo>
                  <a:pt x="433149" y="672941"/>
                  <a:pt x="414099" y="701993"/>
                  <a:pt x="377904" y="701993"/>
                </a:cubicBezTo>
                <a:cubicBezTo>
                  <a:pt x="344567" y="701993"/>
                  <a:pt x="324326" y="675323"/>
                  <a:pt x="324326" y="639366"/>
                </a:cubicBezTo>
                <a:cubicBezTo>
                  <a:pt x="324326" y="604600"/>
                  <a:pt x="343853" y="576501"/>
                  <a:pt x="379095" y="576501"/>
                </a:cubicBezTo>
                <a:close/>
                <a:moveTo>
                  <a:pt x="719137" y="542925"/>
                </a:moveTo>
                <a:lnTo>
                  <a:pt x="735092" y="542925"/>
                </a:lnTo>
                <a:lnTo>
                  <a:pt x="735092" y="579358"/>
                </a:lnTo>
                <a:lnTo>
                  <a:pt x="762714" y="579358"/>
                </a:lnTo>
                <a:lnTo>
                  <a:pt x="762714" y="593170"/>
                </a:lnTo>
                <a:lnTo>
                  <a:pt x="735092" y="593170"/>
                </a:lnTo>
                <a:lnTo>
                  <a:pt x="735092" y="667465"/>
                </a:lnTo>
                <a:cubicBezTo>
                  <a:pt x="735092" y="680085"/>
                  <a:pt x="737949" y="686991"/>
                  <a:pt x="749141" y="686991"/>
                </a:cubicBezTo>
                <a:cubicBezTo>
                  <a:pt x="752475" y="686991"/>
                  <a:pt x="756999" y="686753"/>
                  <a:pt x="760571" y="685800"/>
                </a:cubicBezTo>
                <a:lnTo>
                  <a:pt x="760571" y="698659"/>
                </a:lnTo>
                <a:cubicBezTo>
                  <a:pt x="756047" y="700326"/>
                  <a:pt x="749855" y="700802"/>
                  <a:pt x="744379" y="700802"/>
                </a:cubicBezTo>
                <a:cubicBezTo>
                  <a:pt x="727472" y="700802"/>
                  <a:pt x="719137" y="692230"/>
                  <a:pt x="719137" y="672703"/>
                </a:cubicBezTo>
                <a:lnTo>
                  <a:pt x="719137" y="593170"/>
                </a:lnTo>
                <a:lnTo>
                  <a:pt x="697468" y="593170"/>
                </a:lnTo>
                <a:lnTo>
                  <a:pt x="697468" y="579358"/>
                </a:lnTo>
                <a:lnTo>
                  <a:pt x="719137" y="579358"/>
                </a:lnTo>
                <a:close/>
                <a:moveTo>
                  <a:pt x="261938" y="542925"/>
                </a:moveTo>
                <a:lnTo>
                  <a:pt x="277892" y="542925"/>
                </a:lnTo>
                <a:lnTo>
                  <a:pt x="277892" y="579358"/>
                </a:lnTo>
                <a:lnTo>
                  <a:pt x="305514" y="579358"/>
                </a:lnTo>
                <a:lnTo>
                  <a:pt x="305514" y="593170"/>
                </a:lnTo>
                <a:lnTo>
                  <a:pt x="277892" y="593170"/>
                </a:lnTo>
                <a:lnTo>
                  <a:pt x="277892" y="667465"/>
                </a:lnTo>
                <a:cubicBezTo>
                  <a:pt x="277892" y="680085"/>
                  <a:pt x="280749" y="686991"/>
                  <a:pt x="291941" y="686991"/>
                </a:cubicBezTo>
                <a:cubicBezTo>
                  <a:pt x="295275" y="686991"/>
                  <a:pt x="299799" y="686753"/>
                  <a:pt x="303371" y="685800"/>
                </a:cubicBezTo>
                <a:lnTo>
                  <a:pt x="303371" y="698659"/>
                </a:lnTo>
                <a:cubicBezTo>
                  <a:pt x="298847" y="700326"/>
                  <a:pt x="292656" y="700802"/>
                  <a:pt x="287179" y="700802"/>
                </a:cubicBezTo>
                <a:cubicBezTo>
                  <a:pt x="270272" y="700802"/>
                  <a:pt x="261938" y="692230"/>
                  <a:pt x="261938" y="672703"/>
                </a:cubicBezTo>
                <a:lnTo>
                  <a:pt x="261938" y="593170"/>
                </a:lnTo>
                <a:lnTo>
                  <a:pt x="240268" y="593170"/>
                </a:lnTo>
                <a:lnTo>
                  <a:pt x="240268" y="579358"/>
                </a:lnTo>
                <a:lnTo>
                  <a:pt x="261938" y="579358"/>
                </a:lnTo>
                <a:close/>
                <a:moveTo>
                  <a:pt x="790575" y="523875"/>
                </a:moveTo>
                <a:lnTo>
                  <a:pt x="806529" y="523875"/>
                </a:lnTo>
                <a:lnTo>
                  <a:pt x="806529" y="598408"/>
                </a:lnTo>
                <a:cubicBezTo>
                  <a:pt x="812959" y="586740"/>
                  <a:pt x="824389" y="576501"/>
                  <a:pt x="845105" y="576501"/>
                </a:cubicBezTo>
                <a:cubicBezTo>
                  <a:pt x="862965" y="576501"/>
                  <a:pt x="885587" y="586026"/>
                  <a:pt x="885587" y="622697"/>
                </a:cubicBezTo>
                <a:lnTo>
                  <a:pt x="885587" y="699135"/>
                </a:lnTo>
                <a:lnTo>
                  <a:pt x="869632" y="699135"/>
                </a:lnTo>
                <a:lnTo>
                  <a:pt x="869632" y="625793"/>
                </a:lnTo>
                <a:cubicBezTo>
                  <a:pt x="869632" y="603409"/>
                  <a:pt x="859869" y="591026"/>
                  <a:pt x="841057" y="591026"/>
                </a:cubicBezTo>
                <a:cubicBezTo>
                  <a:pt x="818197" y="591026"/>
                  <a:pt x="806529" y="605552"/>
                  <a:pt x="806529" y="632936"/>
                </a:cubicBezTo>
                <a:lnTo>
                  <a:pt x="806529" y="699135"/>
                </a:lnTo>
                <a:lnTo>
                  <a:pt x="790575" y="699135"/>
                </a:lnTo>
                <a:close/>
                <a:moveTo>
                  <a:pt x="910828" y="323850"/>
                </a:moveTo>
                <a:cubicBezTo>
                  <a:pt x="885587" y="323850"/>
                  <a:pt x="874395" y="345281"/>
                  <a:pt x="874395" y="371951"/>
                </a:cubicBezTo>
                <a:cubicBezTo>
                  <a:pt x="874395" y="398860"/>
                  <a:pt x="888444" y="417910"/>
                  <a:pt x="910114" y="417910"/>
                </a:cubicBezTo>
                <a:cubicBezTo>
                  <a:pt x="938212" y="417910"/>
                  <a:pt x="946547" y="399336"/>
                  <a:pt x="946547" y="370285"/>
                </a:cubicBezTo>
                <a:cubicBezTo>
                  <a:pt x="946547" y="340757"/>
                  <a:pt x="937974" y="323850"/>
                  <a:pt x="910828" y="323850"/>
                </a:cubicBezTo>
                <a:close/>
                <a:moveTo>
                  <a:pt x="778193" y="323850"/>
                </a:moveTo>
                <a:cubicBezTo>
                  <a:pt x="755809" y="323850"/>
                  <a:pt x="741045" y="341710"/>
                  <a:pt x="741045" y="373380"/>
                </a:cubicBezTo>
                <a:cubicBezTo>
                  <a:pt x="741045" y="404336"/>
                  <a:pt x="756523" y="421243"/>
                  <a:pt x="776287" y="421243"/>
                </a:cubicBezTo>
                <a:cubicBezTo>
                  <a:pt x="806291" y="421243"/>
                  <a:pt x="813911" y="399812"/>
                  <a:pt x="813911" y="370046"/>
                </a:cubicBezTo>
                <a:cubicBezTo>
                  <a:pt x="813911" y="341233"/>
                  <a:pt x="807244" y="323850"/>
                  <a:pt x="778193" y="323850"/>
                </a:cubicBezTo>
                <a:close/>
                <a:moveTo>
                  <a:pt x="292656" y="323850"/>
                </a:moveTo>
                <a:cubicBezTo>
                  <a:pt x="267414" y="323850"/>
                  <a:pt x="255032" y="344329"/>
                  <a:pt x="255032" y="372428"/>
                </a:cubicBezTo>
                <a:cubicBezTo>
                  <a:pt x="255032" y="400050"/>
                  <a:pt x="269558" y="421243"/>
                  <a:pt x="293132" y="421243"/>
                </a:cubicBezTo>
                <a:cubicBezTo>
                  <a:pt x="317183" y="421243"/>
                  <a:pt x="330756" y="401479"/>
                  <a:pt x="330756" y="372666"/>
                </a:cubicBezTo>
                <a:cubicBezTo>
                  <a:pt x="330756" y="344805"/>
                  <a:pt x="317421" y="323850"/>
                  <a:pt x="292656" y="323850"/>
                </a:cubicBezTo>
                <a:close/>
                <a:moveTo>
                  <a:pt x="1043702" y="323374"/>
                </a:moveTo>
                <a:cubicBezTo>
                  <a:pt x="1020604" y="323374"/>
                  <a:pt x="1010364" y="339328"/>
                  <a:pt x="1007983" y="362665"/>
                </a:cubicBezTo>
                <a:lnTo>
                  <a:pt x="1077515" y="362665"/>
                </a:lnTo>
                <a:cubicBezTo>
                  <a:pt x="1077277" y="340757"/>
                  <a:pt x="1065847" y="323374"/>
                  <a:pt x="1043702" y="323374"/>
                </a:cubicBezTo>
                <a:close/>
                <a:moveTo>
                  <a:pt x="653177" y="323374"/>
                </a:moveTo>
                <a:cubicBezTo>
                  <a:pt x="630079" y="323374"/>
                  <a:pt x="619839" y="339328"/>
                  <a:pt x="617458" y="362665"/>
                </a:cubicBezTo>
                <a:lnTo>
                  <a:pt x="686991" y="362665"/>
                </a:lnTo>
                <a:cubicBezTo>
                  <a:pt x="686752" y="340757"/>
                  <a:pt x="675322" y="323374"/>
                  <a:pt x="653177" y="323374"/>
                </a:cubicBezTo>
                <a:close/>
                <a:moveTo>
                  <a:pt x="359331" y="312658"/>
                </a:moveTo>
                <a:lnTo>
                  <a:pt x="376238" y="312658"/>
                </a:lnTo>
                <a:cubicBezTo>
                  <a:pt x="392668" y="371951"/>
                  <a:pt x="401955" y="405765"/>
                  <a:pt x="404098" y="417195"/>
                </a:cubicBezTo>
                <a:lnTo>
                  <a:pt x="404336" y="417195"/>
                </a:lnTo>
                <a:cubicBezTo>
                  <a:pt x="406241" y="406956"/>
                  <a:pt x="416719" y="372666"/>
                  <a:pt x="434578" y="312658"/>
                </a:cubicBezTo>
                <a:lnTo>
                  <a:pt x="451009" y="312658"/>
                </a:lnTo>
                <a:cubicBezTo>
                  <a:pt x="471487" y="383858"/>
                  <a:pt x="477679" y="404336"/>
                  <a:pt x="479822" y="414338"/>
                </a:cubicBezTo>
                <a:lnTo>
                  <a:pt x="480060" y="414338"/>
                </a:lnTo>
                <a:cubicBezTo>
                  <a:pt x="483155" y="401479"/>
                  <a:pt x="488394" y="383381"/>
                  <a:pt x="508873" y="312658"/>
                </a:cubicBezTo>
                <a:lnTo>
                  <a:pt x="525542" y="312658"/>
                </a:lnTo>
                <a:lnTo>
                  <a:pt x="487918" y="432435"/>
                </a:lnTo>
                <a:lnTo>
                  <a:pt x="470535" y="432435"/>
                </a:lnTo>
                <a:cubicBezTo>
                  <a:pt x="458391" y="389335"/>
                  <a:pt x="444579" y="342662"/>
                  <a:pt x="442198" y="330756"/>
                </a:cubicBezTo>
                <a:lnTo>
                  <a:pt x="441960" y="330756"/>
                </a:lnTo>
                <a:cubicBezTo>
                  <a:pt x="439579" y="343138"/>
                  <a:pt x="427196" y="383143"/>
                  <a:pt x="412671" y="432435"/>
                </a:cubicBezTo>
                <a:lnTo>
                  <a:pt x="394335" y="432435"/>
                </a:lnTo>
                <a:close/>
                <a:moveTo>
                  <a:pt x="1043940" y="309801"/>
                </a:moveTo>
                <a:cubicBezTo>
                  <a:pt x="1081802" y="309801"/>
                  <a:pt x="1093946" y="341233"/>
                  <a:pt x="1093946" y="365046"/>
                </a:cubicBezTo>
                <a:cubicBezTo>
                  <a:pt x="1093946" y="368618"/>
                  <a:pt x="1093946" y="371951"/>
                  <a:pt x="1093708" y="375047"/>
                </a:cubicBezTo>
                <a:lnTo>
                  <a:pt x="1007269" y="375047"/>
                </a:lnTo>
                <a:cubicBezTo>
                  <a:pt x="1007269" y="402908"/>
                  <a:pt x="1021318" y="421243"/>
                  <a:pt x="1043225" y="421243"/>
                </a:cubicBezTo>
                <a:cubicBezTo>
                  <a:pt x="1064181" y="421243"/>
                  <a:pt x="1071086" y="409813"/>
                  <a:pt x="1075134" y="400526"/>
                </a:cubicBezTo>
                <a:lnTo>
                  <a:pt x="1091327" y="400526"/>
                </a:lnTo>
                <a:cubicBezTo>
                  <a:pt x="1086326" y="416243"/>
                  <a:pt x="1073705" y="435293"/>
                  <a:pt x="1042749" y="435293"/>
                </a:cubicBezTo>
                <a:cubicBezTo>
                  <a:pt x="1005602" y="435293"/>
                  <a:pt x="991076" y="404336"/>
                  <a:pt x="991076" y="373618"/>
                </a:cubicBezTo>
                <a:cubicBezTo>
                  <a:pt x="991076" y="338852"/>
                  <a:pt x="1008459" y="309801"/>
                  <a:pt x="1043940" y="309801"/>
                </a:cubicBezTo>
                <a:close/>
                <a:moveTo>
                  <a:pt x="909161" y="309801"/>
                </a:moveTo>
                <a:cubicBezTo>
                  <a:pt x="932974" y="309801"/>
                  <a:pt x="942975" y="320993"/>
                  <a:pt x="946071" y="329803"/>
                </a:cubicBezTo>
                <a:cubicBezTo>
                  <a:pt x="946309" y="323612"/>
                  <a:pt x="946785" y="315278"/>
                  <a:pt x="947023" y="312658"/>
                </a:cubicBezTo>
                <a:lnTo>
                  <a:pt x="962025" y="312658"/>
                </a:lnTo>
                <a:cubicBezTo>
                  <a:pt x="962025" y="318135"/>
                  <a:pt x="961549" y="335756"/>
                  <a:pt x="961549" y="347186"/>
                </a:cubicBezTo>
                <a:lnTo>
                  <a:pt x="961549" y="423148"/>
                </a:lnTo>
                <a:cubicBezTo>
                  <a:pt x="961549" y="461486"/>
                  <a:pt x="945118" y="482441"/>
                  <a:pt x="908209" y="482441"/>
                </a:cubicBezTo>
                <a:cubicBezTo>
                  <a:pt x="874871" y="482441"/>
                  <a:pt x="862727" y="463630"/>
                  <a:pt x="860107" y="446246"/>
                </a:cubicBezTo>
                <a:lnTo>
                  <a:pt x="876300" y="446246"/>
                </a:lnTo>
                <a:cubicBezTo>
                  <a:pt x="880348" y="461248"/>
                  <a:pt x="892493" y="468630"/>
                  <a:pt x="908923" y="468630"/>
                </a:cubicBezTo>
                <a:cubicBezTo>
                  <a:pt x="938451" y="468630"/>
                  <a:pt x="946071" y="449818"/>
                  <a:pt x="946071" y="420767"/>
                </a:cubicBezTo>
                <a:lnTo>
                  <a:pt x="946071" y="409575"/>
                </a:lnTo>
                <a:cubicBezTo>
                  <a:pt x="939641" y="424101"/>
                  <a:pt x="928211" y="432197"/>
                  <a:pt x="907256" y="432197"/>
                </a:cubicBezTo>
                <a:cubicBezTo>
                  <a:pt x="878443" y="432197"/>
                  <a:pt x="857726" y="408861"/>
                  <a:pt x="857726" y="372666"/>
                </a:cubicBezTo>
                <a:cubicBezTo>
                  <a:pt x="857726" y="332899"/>
                  <a:pt x="880586" y="309801"/>
                  <a:pt x="909161" y="309801"/>
                </a:cubicBezTo>
                <a:close/>
                <a:moveTo>
                  <a:pt x="653415" y="309801"/>
                </a:moveTo>
                <a:cubicBezTo>
                  <a:pt x="691277" y="309801"/>
                  <a:pt x="703421" y="341233"/>
                  <a:pt x="703421" y="365046"/>
                </a:cubicBezTo>
                <a:cubicBezTo>
                  <a:pt x="703421" y="368618"/>
                  <a:pt x="703421" y="371951"/>
                  <a:pt x="703183" y="375047"/>
                </a:cubicBezTo>
                <a:lnTo>
                  <a:pt x="616744" y="375047"/>
                </a:lnTo>
                <a:cubicBezTo>
                  <a:pt x="616744" y="402908"/>
                  <a:pt x="630793" y="421243"/>
                  <a:pt x="652701" y="421243"/>
                </a:cubicBezTo>
                <a:cubicBezTo>
                  <a:pt x="673655" y="421243"/>
                  <a:pt x="680561" y="409813"/>
                  <a:pt x="684609" y="400526"/>
                </a:cubicBezTo>
                <a:lnTo>
                  <a:pt x="700802" y="400526"/>
                </a:lnTo>
                <a:cubicBezTo>
                  <a:pt x="695801" y="416243"/>
                  <a:pt x="683181" y="435293"/>
                  <a:pt x="652224" y="435293"/>
                </a:cubicBezTo>
                <a:cubicBezTo>
                  <a:pt x="615077" y="435293"/>
                  <a:pt x="600551" y="404336"/>
                  <a:pt x="600551" y="373618"/>
                </a:cubicBezTo>
                <a:cubicBezTo>
                  <a:pt x="600551" y="338852"/>
                  <a:pt x="617934" y="309801"/>
                  <a:pt x="653415" y="309801"/>
                </a:cubicBezTo>
                <a:close/>
                <a:moveTo>
                  <a:pt x="293370" y="309801"/>
                </a:moveTo>
                <a:cubicBezTo>
                  <a:pt x="325993" y="309801"/>
                  <a:pt x="347424" y="334566"/>
                  <a:pt x="347424" y="372190"/>
                </a:cubicBezTo>
                <a:cubicBezTo>
                  <a:pt x="347424" y="406241"/>
                  <a:pt x="328374" y="435293"/>
                  <a:pt x="292179" y="435293"/>
                </a:cubicBezTo>
                <a:cubicBezTo>
                  <a:pt x="258842" y="435293"/>
                  <a:pt x="238601" y="408623"/>
                  <a:pt x="238601" y="372666"/>
                </a:cubicBezTo>
                <a:cubicBezTo>
                  <a:pt x="238601" y="337900"/>
                  <a:pt x="258128" y="309801"/>
                  <a:pt x="293370" y="309801"/>
                </a:cubicBezTo>
                <a:close/>
                <a:moveTo>
                  <a:pt x="169069" y="309801"/>
                </a:moveTo>
                <a:cubicBezTo>
                  <a:pt x="190976" y="309801"/>
                  <a:pt x="209312" y="322421"/>
                  <a:pt x="209312" y="355045"/>
                </a:cubicBezTo>
                <a:lnTo>
                  <a:pt x="209312" y="432435"/>
                </a:lnTo>
                <a:lnTo>
                  <a:pt x="193358" y="432435"/>
                </a:lnTo>
                <a:lnTo>
                  <a:pt x="193358" y="357188"/>
                </a:lnTo>
                <a:cubicBezTo>
                  <a:pt x="193358" y="337423"/>
                  <a:pt x="185261" y="324326"/>
                  <a:pt x="165497" y="324326"/>
                </a:cubicBezTo>
                <a:cubicBezTo>
                  <a:pt x="139779" y="324326"/>
                  <a:pt x="130254" y="345043"/>
                  <a:pt x="130254" y="370285"/>
                </a:cubicBezTo>
                <a:lnTo>
                  <a:pt x="130254" y="432435"/>
                </a:lnTo>
                <a:lnTo>
                  <a:pt x="114300" y="432435"/>
                </a:lnTo>
                <a:lnTo>
                  <a:pt x="114300" y="342900"/>
                </a:lnTo>
                <a:cubicBezTo>
                  <a:pt x="114300" y="332423"/>
                  <a:pt x="114300" y="321945"/>
                  <a:pt x="114062" y="312658"/>
                </a:cubicBezTo>
                <a:lnTo>
                  <a:pt x="129540" y="312658"/>
                </a:lnTo>
                <a:cubicBezTo>
                  <a:pt x="130016" y="316230"/>
                  <a:pt x="130493" y="330518"/>
                  <a:pt x="130254" y="334090"/>
                </a:cubicBezTo>
                <a:cubicBezTo>
                  <a:pt x="135255" y="322660"/>
                  <a:pt x="145018" y="309801"/>
                  <a:pt x="169069" y="309801"/>
                </a:cubicBezTo>
                <a:close/>
                <a:moveTo>
                  <a:pt x="813197" y="257175"/>
                </a:moveTo>
                <a:lnTo>
                  <a:pt x="829151" y="257175"/>
                </a:lnTo>
                <a:lnTo>
                  <a:pt x="829151" y="398145"/>
                </a:lnTo>
                <a:cubicBezTo>
                  <a:pt x="829151" y="409575"/>
                  <a:pt x="829151" y="420529"/>
                  <a:pt x="829389" y="432435"/>
                </a:cubicBezTo>
                <a:lnTo>
                  <a:pt x="814149" y="432435"/>
                </a:lnTo>
                <a:cubicBezTo>
                  <a:pt x="813435" y="429340"/>
                  <a:pt x="813197" y="419100"/>
                  <a:pt x="813197" y="413623"/>
                </a:cubicBezTo>
                <a:cubicBezTo>
                  <a:pt x="807244" y="427435"/>
                  <a:pt x="794385" y="435293"/>
                  <a:pt x="774144" y="435293"/>
                </a:cubicBezTo>
                <a:cubicBezTo>
                  <a:pt x="743188" y="435293"/>
                  <a:pt x="724376" y="410051"/>
                  <a:pt x="724376" y="373856"/>
                </a:cubicBezTo>
                <a:cubicBezTo>
                  <a:pt x="724376" y="336947"/>
                  <a:pt x="744617" y="309801"/>
                  <a:pt x="777478" y="309801"/>
                </a:cubicBezTo>
                <a:cubicBezTo>
                  <a:pt x="800338" y="309801"/>
                  <a:pt x="809863" y="319326"/>
                  <a:pt x="813197" y="326470"/>
                </a:cubicBezTo>
                <a:close/>
                <a:moveTo>
                  <a:pt x="552450" y="257175"/>
                </a:moveTo>
                <a:lnTo>
                  <a:pt x="568404" y="257175"/>
                </a:lnTo>
                <a:lnTo>
                  <a:pt x="568404" y="432435"/>
                </a:lnTo>
                <a:lnTo>
                  <a:pt x="552450" y="432435"/>
                </a:lnTo>
                <a:close/>
                <a:moveTo>
                  <a:pt x="0" y="257175"/>
                </a:moveTo>
                <a:lnTo>
                  <a:pt x="15954" y="257175"/>
                </a:lnTo>
                <a:lnTo>
                  <a:pt x="15954" y="372428"/>
                </a:lnTo>
                <a:cubicBezTo>
                  <a:pt x="26432" y="360521"/>
                  <a:pt x="56674" y="329327"/>
                  <a:pt x="72866" y="312658"/>
                </a:cubicBezTo>
                <a:lnTo>
                  <a:pt x="92393" y="312658"/>
                </a:lnTo>
                <a:lnTo>
                  <a:pt x="46196" y="359807"/>
                </a:lnTo>
                <a:lnTo>
                  <a:pt x="98108" y="432435"/>
                </a:lnTo>
                <a:lnTo>
                  <a:pt x="79058" y="432435"/>
                </a:lnTo>
                <a:lnTo>
                  <a:pt x="35004" y="370046"/>
                </a:lnTo>
                <a:lnTo>
                  <a:pt x="15954" y="388382"/>
                </a:lnTo>
                <a:lnTo>
                  <a:pt x="15954" y="432435"/>
                </a:lnTo>
                <a:lnTo>
                  <a:pt x="0" y="432435"/>
                </a:lnTo>
                <a:close/>
                <a:moveTo>
                  <a:pt x="648176" y="115491"/>
                </a:moveTo>
                <a:cubicBezTo>
                  <a:pt x="622935" y="115491"/>
                  <a:pt x="607933" y="122158"/>
                  <a:pt x="607933" y="140970"/>
                </a:cubicBezTo>
                <a:cubicBezTo>
                  <a:pt x="607933" y="155020"/>
                  <a:pt x="617696" y="164783"/>
                  <a:pt x="633651" y="164783"/>
                </a:cubicBezTo>
                <a:cubicBezTo>
                  <a:pt x="665559" y="164783"/>
                  <a:pt x="669845" y="143590"/>
                  <a:pt x="669845" y="119539"/>
                </a:cubicBezTo>
                <a:lnTo>
                  <a:pt x="669845" y="115491"/>
                </a:lnTo>
                <a:close/>
                <a:moveTo>
                  <a:pt x="1034653" y="66675"/>
                </a:moveTo>
                <a:cubicBezTo>
                  <a:pt x="1009412" y="66675"/>
                  <a:pt x="998220" y="88106"/>
                  <a:pt x="998220" y="114776"/>
                </a:cubicBezTo>
                <a:cubicBezTo>
                  <a:pt x="998220" y="141685"/>
                  <a:pt x="1012269" y="160735"/>
                  <a:pt x="1033939" y="160735"/>
                </a:cubicBezTo>
                <a:cubicBezTo>
                  <a:pt x="1062037" y="160735"/>
                  <a:pt x="1070372" y="142161"/>
                  <a:pt x="1070372" y="113110"/>
                </a:cubicBezTo>
                <a:cubicBezTo>
                  <a:pt x="1070372" y="83582"/>
                  <a:pt x="1061799" y="66675"/>
                  <a:pt x="1034653" y="66675"/>
                </a:cubicBezTo>
                <a:close/>
                <a:moveTo>
                  <a:pt x="519827" y="66199"/>
                </a:moveTo>
                <a:cubicBezTo>
                  <a:pt x="496729" y="66199"/>
                  <a:pt x="486489" y="82153"/>
                  <a:pt x="484108" y="105490"/>
                </a:cubicBezTo>
                <a:lnTo>
                  <a:pt x="553641" y="105490"/>
                </a:lnTo>
                <a:cubicBezTo>
                  <a:pt x="553402" y="83582"/>
                  <a:pt x="541972" y="66199"/>
                  <a:pt x="519827" y="66199"/>
                </a:cubicBezTo>
                <a:close/>
                <a:moveTo>
                  <a:pt x="800100" y="55483"/>
                </a:moveTo>
                <a:lnTo>
                  <a:pt x="816054" y="55483"/>
                </a:lnTo>
                <a:lnTo>
                  <a:pt x="816054" y="175260"/>
                </a:lnTo>
                <a:lnTo>
                  <a:pt x="800100" y="175260"/>
                </a:lnTo>
                <a:close/>
                <a:moveTo>
                  <a:pt x="1032986" y="52626"/>
                </a:moveTo>
                <a:cubicBezTo>
                  <a:pt x="1056799" y="52626"/>
                  <a:pt x="1066800" y="63818"/>
                  <a:pt x="1069896" y="72628"/>
                </a:cubicBezTo>
                <a:cubicBezTo>
                  <a:pt x="1070134" y="66437"/>
                  <a:pt x="1070610" y="58103"/>
                  <a:pt x="1070848" y="55483"/>
                </a:cubicBezTo>
                <a:lnTo>
                  <a:pt x="1085850" y="55483"/>
                </a:lnTo>
                <a:cubicBezTo>
                  <a:pt x="1085850" y="60960"/>
                  <a:pt x="1085374" y="78581"/>
                  <a:pt x="1085374" y="90011"/>
                </a:cubicBezTo>
                <a:lnTo>
                  <a:pt x="1085374" y="165973"/>
                </a:lnTo>
                <a:cubicBezTo>
                  <a:pt x="1085374" y="204311"/>
                  <a:pt x="1068943" y="225266"/>
                  <a:pt x="1032034" y="225266"/>
                </a:cubicBezTo>
                <a:cubicBezTo>
                  <a:pt x="998696" y="225266"/>
                  <a:pt x="986552" y="206455"/>
                  <a:pt x="983932" y="189071"/>
                </a:cubicBezTo>
                <a:lnTo>
                  <a:pt x="1000125" y="189071"/>
                </a:lnTo>
                <a:cubicBezTo>
                  <a:pt x="1004173" y="204073"/>
                  <a:pt x="1016317" y="211455"/>
                  <a:pt x="1032748" y="211455"/>
                </a:cubicBezTo>
                <a:cubicBezTo>
                  <a:pt x="1062275" y="211455"/>
                  <a:pt x="1069896" y="192643"/>
                  <a:pt x="1069896" y="163592"/>
                </a:cubicBezTo>
                <a:lnTo>
                  <a:pt x="1069896" y="152400"/>
                </a:lnTo>
                <a:cubicBezTo>
                  <a:pt x="1063466" y="166926"/>
                  <a:pt x="1052036" y="175022"/>
                  <a:pt x="1031081" y="175022"/>
                </a:cubicBezTo>
                <a:cubicBezTo>
                  <a:pt x="1002268" y="175022"/>
                  <a:pt x="981551" y="151686"/>
                  <a:pt x="981551" y="115491"/>
                </a:cubicBezTo>
                <a:cubicBezTo>
                  <a:pt x="981551" y="75724"/>
                  <a:pt x="1004411" y="52626"/>
                  <a:pt x="1032986" y="52626"/>
                </a:cubicBezTo>
                <a:close/>
                <a:moveTo>
                  <a:pt x="912019" y="52626"/>
                </a:moveTo>
                <a:cubicBezTo>
                  <a:pt x="933926" y="52626"/>
                  <a:pt x="952262" y="65247"/>
                  <a:pt x="952262" y="97870"/>
                </a:cubicBezTo>
                <a:lnTo>
                  <a:pt x="952262" y="175260"/>
                </a:lnTo>
                <a:lnTo>
                  <a:pt x="936307" y="175260"/>
                </a:lnTo>
                <a:lnTo>
                  <a:pt x="936307" y="100013"/>
                </a:lnTo>
                <a:cubicBezTo>
                  <a:pt x="936307" y="80248"/>
                  <a:pt x="928211" y="67151"/>
                  <a:pt x="908447" y="67151"/>
                </a:cubicBezTo>
                <a:cubicBezTo>
                  <a:pt x="882729" y="67151"/>
                  <a:pt x="873204" y="87868"/>
                  <a:pt x="873204" y="113110"/>
                </a:cubicBezTo>
                <a:lnTo>
                  <a:pt x="873204" y="175260"/>
                </a:lnTo>
                <a:lnTo>
                  <a:pt x="857250" y="175260"/>
                </a:lnTo>
                <a:lnTo>
                  <a:pt x="857250" y="85725"/>
                </a:lnTo>
                <a:cubicBezTo>
                  <a:pt x="857250" y="75248"/>
                  <a:pt x="857250" y="64770"/>
                  <a:pt x="857012" y="55483"/>
                </a:cubicBezTo>
                <a:lnTo>
                  <a:pt x="872490" y="55483"/>
                </a:lnTo>
                <a:cubicBezTo>
                  <a:pt x="872966" y="59055"/>
                  <a:pt x="873443" y="73343"/>
                  <a:pt x="873204" y="76915"/>
                </a:cubicBezTo>
                <a:cubicBezTo>
                  <a:pt x="878205" y="65485"/>
                  <a:pt x="887968" y="52626"/>
                  <a:pt x="912019" y="52626"/>
                </a:cubicBezTo>
                <a:close/>
                <a:moveTo>
                  <a:pt x="641509" y="52626"/>
                </a:moveTo>
                <a:cubicBezTo>
                  <a:pt x="669607" y="52626"/>
                  <a:pt x="685324" y="64294"/>
                  <a:pt x="685324" y="90964"/>
                </a:cubicBezTo>
                <a:lnTo>
                  <a:pt x="685324" y="150971"/>
                </a:lnTo>
                <a:cubicBezTo>
                  <a:pt x="685324" y="161687"/>
                  <a:pt x="686276" y="171688"/>
                  <a:pt x="686991" y="175260"/>
                </a:cubicBezTo>
                <a:lnTo>
                  <a:pt x="671751" y="175260"/>
                </a:lnTo>
                <a:cubicBezTo>
                  <a:pt x="670798" y="172403"/>
                  <a:pt x="670084" y="166926"/>
                  <a:pt x="669845" y="158115"/>
                </a:cubicBezTo>
                <a:cubicBezTo>
                  <a:pt x="665559" y="166450"/>
                  <a:pt x="655558" y="178118"/>
                  <a:pt x="631507" y="178118"/>
                </a:cubicBezTo>
                <a:cubicBezTo>
                  <a:pt x="603409" y="178118"/>
                  <a:pt x="591502" y="160020"/>
                  <a:pt x="591502" y="141923"/>
                </a:cubicBezTo>
                <a:cubicBezTo>
                  <a:pt x="591502" y="115253"/>
                  <a:pt x="612219" y="103346"/>
                  <a:pt x="647938" y="103346"/>
                </a:cubicBezTo>
                <a:lnTo>
                  <a:pt x="669607" y="103346"/>
                </a:lnTo>
                <a:lnTo>
                  <a:pt x="669607" y="91916"/>
                </a:lnTo>
                <a:cubicBezTo>
                  <a:pt x="669607" y="80486"/>
                  <a:pt x="666035" y="65961"/>
                  <a:pt x="641032" y="65961"/>
                </a:cubicBezTo>
                <a:cubicBezTo>
                  <a:pt x="618649" y="65961"/>
                  <a:pt x="615315" y="77391"/>
                  <a:pt x="612934" y="86916"/>
                </a:cubicBezTo>
                <a:lnTo>
                  <a:pt x="597217" y="86916"/>
                </a:lnTo>
                <a:cubicBezTo>
                  <a:pt x="598646" y="72390"/>
                  <a:pt x="607695" y="52626"/>
                  <a:pt x="641509" y="52626"/>
                </a:cubicBezTo>
                <a:close/>
                <a:moveTo>
                  <a:pt x="520065" y="52626"/>
                </a:moveTo>
                <a:cubicBezTo>
                  <a:pt x="557927" y="52626"/>
                  <a:pt x="570071" y="84058"/>
                  <a:pt x="570071" y="107871"/>
                </a:cubicBezTo>
                <a:cubicBezTo>
                  <a:pt x="570071" y="111443"/>
                  <a:pt x="570071" y="114776"/>
                  <a:pt x="569833" y="117872"/>
                </a:cubicBezTo>
                <a:lnTo>
                  <a:pt x="483394" y="117872"/>
                </a:lnTo>
                <a:cubicBezTo>
                  <a:pt x="483394" y="145733"/>
                  <a:pt x="497443" y="164068"/>
                  <a:pt x="519351" y="164068"/>
                </a:cubicBezTo>
                <a:cubicBezTo>
                  <a:pt x="540305" y="164068"/>
                  <a:pt x="547211" y="152638"/>
                  <a:pt x="551259" y="143351"/>
                </a:cubicBezTo>
                <a:lnTo>
                  <a:pt x="567452" y="143351"/>
                </a:lnTo>
                <a:cubicBezTo>
                  <a:pt x="562451" y="159068"/>
                  <a:pt x="549831" y="178118"/>
                  <a:pt x="518874" y="178118"/>
                </a:cubicBezTo>
                <a:cubicBezTo>
                  <a:pt x="481727" y="178118"/>
                  <a:pt x="467201" y="147161"/>
                  <a:pt x="467201" y="116443"/>
                </a:cubicBezTo>
                <a:cubicBezTo>
                  <a:pt x="467201" y="81677"/>
                  <a:pt x="484584" y="52626"/>
                  <a:pt x="520065" y="52626"/>
                </a:cubicBezTo>
                <a:close/>
                <a:moveTo>
                  <a:pt x="456962" y="52626"/>
                </a:moveTo>
                <a:lnTo>
                  <a:pt x="456962" y="69056"/>
                </a:lnTo>
                <a:cubicBezTo>
                  <a:pt x="432197" y="70247"/>
                  <a:pt x="416004" y="85487"/>
                  <a:pt x="416004" y="114776"/>
                </a:cubicBezTo>
                <a:lnTo>
                  <a:pt x="416004" y="175260"/>
                </a:lnTo>
                <a:lnTo>
                  <a:pt x="400050" y="175260"/>
                </a:lnTo>
                <a:lnTo>
                  <a:pt x="400050" y="88106"/>
                </a:lnTo>
                <a:cubicBezTo>
                  <a:pt x="400050" y="69533"/>
                  <a:pt x="399812" y="60484"/>
                  <a:pt x="399812" y="55483"/>
                </a:cubicBezTo>
                <a:lnTo>
                  <a:pt x="415290" y="55483"/>
                </a:lnTo>
                <a:cubicBezTo>
                  <a:pt x="415766" y="59055"/>
                  <a:pt x="416004" y="67628"/>
                  <a:pt x="416004" y="81201"/>
                </a:cubicBezTo>
                <a:cubicBezTo>
                  <a:pt x="422672" y="64056"/>
                  <a:pt x="437435" y="53340"/>
                  <a:pt x="456962" y="52626"/>
                </a:cubicBezTo>
                <a:close/>
                <a:moveTo>
                  <a:pt x="728662" y="19050"/>
                </a:moveTo>
                <a:lnTo>
                  <a:pt x="744617" y="19050"/>
                </a:lnTo>
                <a:lnTo>
                  <a:pt x="744617" y="55483"/>
                </a:lnTo>
                <a:lnTo>
                  <a:pt x="772239" y="55483"/>
                </a:lnTo>
                <a:lnTo>
                  <a:pt x="772239" y="69295"/>
                </a:lnTo>
                <a:lnTo>
                  <a:pt x="744617" y="69295"/>
                </a:lnTo>
                <a:lnTo>
                  <a:pt x="744617" y="143590"/>
                </a:lnTo>
                <a:cubicBezTo>
                  <a:pt x="744617" y="156210"/>
                  <a:pt x="747474" y="163116"/>
                  <a:pt x="758666" y="163116"/>
                </a:cubicBezTo>
                <a:cubicBezTo>
                  <a:pt x="762000" y="163116"/>
                  <a:pt x="766524" y="162878"/>
                  <a:pt x="770096" y="161925"/>
                </a:cubicBezTo>
                <a:lnTo>
                  <a:pt x="770096" y="174784"/>
                </a:lnTo>
                <a:cubicBezTo>
                  <a:pt x="765572" y="176451"/>
                  <a:pt x="759381" y="176927"/>
                  <a:pt x="753904" y="176927"/>
                </a:cubicBezTo>
                <a:cubicBezTo>
                  <a:pt x="736997" y="176927"/>
                  <a:pt x="728662" y="168355"/>
                  <a:pt x="728662" y="148828"/>
                </a:cubicBezTo>
                <a:lnTo>
                  <a:pt x="728662" y="69295"/>
                </a:lnTo>
                <a:lnTo>
                  <a:pt x="706993" y="69295"/>
                </a:lnTo>
                <a:lnTo>
                  <a:pt x="706993" y="55483"/>
                </a:lnTo>
                <a:lnTo>
                  <a:pt x="728662" y="55483"/>
                </a:lnTo>
                <a:close/>
                <a:moveTo>
                  <a:pt x="306467" y="6668"/>
                </a:moveTo>
                <a:cubicBezTo>
                  <a:pt x="343853" y="6668"/>
                  <a:pt x="365046" y="27623"/>
                  <a:pt x="370284" y="55483"/>
                </a:cubicBezTo>
                <a:lnTo>
                  <a:pt x="353378" y="55483"/>
                </a:lnTo>
                <a:cubicBezTo>
                  <a:pt x="346472" y="35481"/>
                  <a:pt x="333375" y="21432"/>
                  <a:pt x="305753" y="21432"/>
                </a:cubicBezTo>
                <a:cubicBezTo>
                  <a:pt x="266462" y="21432"/>
                  <a:pt x="250269" y="57150"/>
                  <a:pt x="250269" y="92155"/>
                </a:cubicBezTo>
                <a:cubicBezTo>
                  <a:pt x="250269" y="126445"/>
                  <a:pt x="265986" y="162401"/>
                  <a:pt x="306705" y="162401"/>
                </a:cubicBezTo>
                <a:cubicBezTo>
                  <a:pt x="333137" y="162401"/>
                  <a:pt x="345758" y="148114"/>
                  <a:pt x="353139" y="129540"/>
                </a:cubicBezTo>
                <a:lnTo>
                  <a:pt x="370284" y="129540"/>
                </a:lnTo>
                <a:cubicBezTo>
                  <a:pt x="362426" y="156925"/>
                  <a:pt x="342424" y="177165"/>
                  <a:pt x="305991" y="177165"/>
                </a:cubicBezTo>
                <a:cubicBezTo>
                  <a:pt x="257413" y="177165"/>
                  <a:pt x="232410" y="139303"/>
                  <a:pt x="232410" y="92393"/>
                </a:cubicBezTo>
                <a:cubicBezTo>
                  <a:pt x="232410" y="47387"/>
                  <a:pt x="257175" y="6668"/>
                  <a:pt x="306467" y="6668"/>
                </a:cubicBezTo>
                <a:close/>
                <a:moveTo>
                  <a:pt x="800100" y="0"/>
                </a:moveTo>
                <a:lnTo>
                  <a:pt x="816054" y="0"/>
                </a:lnTo>
                <a:lnTo>
                  <a:pt x="816054" y="24527"/>
                </a:lnTo>
                <a:lnTo>
                  <a:pt x="800100" y="24527"/>
                </a:lnTo>
                <a:close/>
              </a:path>
            </a:pathLst>
          </a:cu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Kapittel">
  <p:cSld name="3_Kapittel">
    <p:bg>
      <p:bgPr>
        <a:solidFill>
          <a:srgbClr val="000000"/>
        </a:solidFill>
      </p:bgPr>
    </p:bg>
    <p:spTree>
      <p:nvGrpSpPr>
        <p:cNvPr id="18" name="Shape 18"/>
        <p:cNvGrpSpPr/>
        <p:nvPr/>
      </p:nvGrpSpPr>
      <p:grpSpPr>
        <a:xfrm>
          <a:off x="0" y="0"/>
          <a:ext cx="0" cy="0"/>
          <a:chOff x="0" y="0"/>
          <a:chExt cx="0" cy="0"/>
        </a:xfrm>
      </p:grpSpPr>
      <p:sp>
        <p:nvSpPr>
          <p:cNvPr id="19" name="Google Shape;19;p4"/>
          <p:cNvSpPr/>
          <p:nvPr/>
        </p:nvSpPr>
        <p:spPr>
          <a:xfrm>
            <a:off x="0" y="0"/>
            <a:ext cx="9144000" cy="5143500"/>
          </a:xfrm>
          <a:custGeom>
            <a:rect b="b" l="l" r="r" t="t"/>
            <a:pathLst>
              <a:path extrusionOk="0" h="6858000" w="12192000">
                <a:moveTo>
                  <a:pt x="789493" y="0"/>
                </a:moveTo>
                <a:lnTo>
                  <a:pt x="11402507" y="0"/>
                </a:lnTo>
                <a:lnTo>
                  <a:pt x="11402511" y="0"/>
                </a:lnTo>
                <a:lnTo>
                  <a:pt x="12192000" y="0"/>
                </a:lnTo>
                <a:lnTo>
                  <a:pt x="12192000" y="789493"/>
                </a:lnTo>
                <a:lnTo>
                  <a:pt x="12192000" y="816864"/>
                </a:lnTo>
                <a:lnTo>
                  <a:pt x="12192000" y="6041136"/>
                </a:lnTo>
                <a:lnTo>
                  <a:pt x="12192000" y="6068507"/>
                </a:lnTo>
                <a:lnTo>
                  <a:pt x="12192000" y="6858000"/>
                </a:lnTo>
                <a:lnTo>
                  <a:pt x="11402507" y="6858000"/>
                </a:lnTo>
                <a:lnTo>
                  <a:pt x="11387328" y="6858000"/>
                </a:lnTo>
                <a:lnTo>
                  <a:pt x="789493" y="6858000"/>
                </a:lnTo>
                <a:cubicBezTo>
                  <a:pt x="353468" y="6858000"/>
                  <a:pt x="0" y="6504532"/>
                  <a:pt x="0" y="6068507"/>
                </a:cubicBezTo>
                <a:lnTo>
                  <a:pt x="0" y="789493"/>
                </a:lnTo>
                <a:lnTo>
                  <a:pt x="0" y="789491"/>
                </a:lnTo>
                <a:lnTo>
                  <a:pt x="0" y="0"/>
                </a:lnTo>
                <a:lnTo>
                  <a:pt x="789491" y="0"/>
                </a:lnTo>
                <a:close/>
              </a:path>
            </a:pathLst>
          </a:custGeom>
          <a:solidFill>
            <a:srgbClr val="F8EDD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0" name="Google Shape;20;p4"/>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D2002B"/>
              </a:buClr>
              <a:buSzPts val="4500"/>
              <a:buFont typeface="Arial"/>
              <a:buNone/>
              <a:defRPr sz="4500">
                <a:solidFill>
                  <a:srgbClr val="D2002B"/>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 name="Google Shape;21;p4"/>
          <p:cNvSpPr txBox="1"/>
          <p:nvPr>
            <p:ph idx="1" type="subTitle"/>
          </p:nvPr>
        </p:nvSpPr>
        <p:spPr>
          <a:xfrm>
            <a:off x="1143000" y="2701529"/>
            <a:ext cx="6858000" cy="1241700"/>
          </a:xfrm>
          <a:prstGeom prst="rect">
            <a:avLst/>
          </a:prstGeom>
          <a:noFill/>
          <a:ln>
            <a:noFill/>
          </a:ln>
        </p:spPr>
        <p:txBody>
          <a:bodyPr anchorCtr="0" anchor="t" bIns="34275" lIns="67500" spcFirstLastPara="1" rIns="68575" wrap="square" tIns="34275">
            <a:normAutofit/>
          </a:bodyPr>
          <a:lstStyle>
            <a:lvl1pPr lvl="0" algn="l">
              <a:lnSpc>
                <a:spcPct val="90000"/>
              </a:lnSpc>
              <a:spcBef>
                <a:spcPts val="800"/>
              </a:spcBef>
              <a:spcAft>
                <a:spcPts val="0"/>
              </a:spcAft>
              <a:buClr>
                <a:srgbClr val="5B121D"/>
              </a:buClr>
              <a:buSzPts val="1800"/>
              <a:buNone/>
              <a:defRPr sz="1800">
                <a:solidFill>
                  <a:srgbClr val="5B121D"/>
                </a:solidFill>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pic>
        <p:nvPicPr>
          <p:cNvPr id="22" name="Google Shape;22;p4"/>
          <p:cNvPicPr preferRelativeResize="0"/>
          <p:nvPr/>
        </p:nvPicPr>
        <p:blipFill rotWithShape="1">
          <a:blip r:embed="rId2">
            <a:alphaModFix/>
          </a:blip>
          <a:srcRect b="0" l="0" r="0" t="0"/>
          <a:stretch/>
        </p:blipFill>
        <p:spPr>
          <a:xfrm>
            <a:off x="572644" y="4539569"/>
            <a:ext cx="570356" cy="238409"/>
          </a:xfrm>
          <a:prstGeom prst="rect">
            <a:avLst/>
          </a:prstGeom>
          <a:noFill/>
          <a:ln>
            <a:noFill/>
          </a:ln>
        </p:spPr>
      </p:pic>
      <p:sp>
        <p:nvSpPr>
          <p:cNvPr id="23" name="Google Shape;23;p4"/>
          <p:cNvSpPr txBox="1"/>
          <p:nvPr>
            <p:ph idx="2" type="body"/>
          </p:nvPr>
        </p:nvSpPr>
        <p:spPr>
          <a:xfrm>
            <a:off x="5594747" y="4777979"/>
            <a:ext cx="2406300" cy="273900"/>
          </a:xfrm>
          <a:prstGeom prst="rect">
            <a:avLst/>
          </a:prstGeom>
          <a:noFill/>
          <a:ln>
            <a:noFill/>
          </a:ln>
        </p:spPr>
        <p:txBody>
          <a:bodyPr anchorCtr="0" anchor="t" bIns="34275" lIns="67500" spcFirstLastPara="1" rIns="68575" wrap="square" tIns="34275">
            <a:normAutofit/>
          </a:bodyPr>
          <a:lstStyle>
            <a:lvl1pPr indent="-228600" lvl="0" marL="457200" algn="r">
              <a:lnSpc>
                <a:spcPct val="90000"/>
              </a:lnSpc>
              <a:spcBef>
                <a:spcPts val="800"/>
              </a:spcBef>
              <a:spcAft>
                <a:spcPts val="0"/>
              </a:spcAft>
              <a:buClr>
                <a:schemeClr val="dk1"/>
              </a:buClr>
              <a:buSzPts val="800"/>
              <a:buNone/>
              <a:defRPr b="0" i="0" sz="800">
                <a:latin typeface="Helvetica Neue"/>
                <a:ea typeface="Helvetica Neue"/>
                <a:cs typeface="Helvetica Neue"/>
                <a:sym typeface="Helvetica Neue"/>
              </a:defRPr>
            </a:lvl1pPr>
            <a:lvl2pPr indent="-228600" lvl="1" marL="914400" algn="l">
              <a:lnSpc>
                <a:spcPct val="90000"/>
              </a:lnSpc>
              <a:spcBef>
                <a:spcPts val="400"/>
              </a:spcBef>
              <a:spcAft>
                <a:spcPts val="0"/>
              </a:spcAft>
              <a:buClr>
                <a:schemeClr val="dk1"/>
              </a:buClr>
              <a:buSzPts val="700"/>
              <a:buNone/>
              <a:defRPr sz="700"/>
            </a:lvl2pPr>
            <a:lvl3pPr indent="-273050" lvl="2" marL="1371600" algn="l">
              <a:lnSpc>
                <a:spcPct val="90000"/>
              </a:lnSpc>
              <a:spcBef>
                <a:spcPts val="400"/>
              </a:spcBef>
              <a:spcAft>
                <a:spcPts val="0"/>
              </a:spcAft>
              <a:buClr>
                <a:schemeClr val="dk1"/>
              </a:buClr>
              <a:buSzPts val="700"/>
              <a:buChar char="•"/>
              <a:defRPr sz="700"/>
            </a:lvl3pPr>
            <a:lvl4pPr indent="-273050" lvl="3" marL="1828800" algn="l">
              <a:lnSpc>
                <a:spcPct val="90000"/>
              </a:lnSpc>
              <a:spcBef>
                <a:spcPts val="400"/>
              </a:spcBef>
              <a:spcAft>
                <a:spcPts val="0"/>
              </a:spcAft>
              <a:buClr>
                <a:schemeClr val="dk1"/>
              </a:buClr>
              <a:buSzPts val="700"/>
              <a:buChar char="•"/>
              <a:defRPr sz="700"/>
            </a:lvl4pPr>
            <a:lvl5pPr indent="-273050" lvl="4" marL="2286000" algn="l">
              <a:lnSpc>
                <a:spcPct val="90000"/>
              </a:lnSpc>
              <a:spcBef>
                <a:spcPts val="400"/>
              </a:spcBef>
              <a:spcAft>
                <a:spcPts val="0"/>
              </a:spcAft>
              <a:buClr>
                <a:schemeClr val="dk1"/>
              </a:buClr>
              <a:buSzPts val="700"/>
              <a:buChar char="•"/>
              <a:defRPr sz="7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4" name="Google Shape;24;p4"/>
          <p:cNvSpPr txBox="1"/>
          <p:nvPr>
            <p:ph idx="12" type="sldNum"/>
          </p:nvPr>
        </p:nvSpPr>
        <p:spPr>
          <a:xfrm>
            <a:off x="8045605" y="4777978"/>
            <a:ext cx="971700" cy="2739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n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unktliste">
  <p:cSld name="Punktliste">
    <p:spTree>
      <p:nvGrpSpPr>
        <p:cNvPr id="25" name="Shape 25"/>
        <p:cNvGrpSpPr/>
        <p:nvPr/>
      </p:nvGrpSpPr>
      <p:grpSpPr>
        <a:xfrm>
          <a:off x="0" y="0"/>
          <a:ext cx="0" cy="0"/>
          <a:chOff x="0" y="0"/>
          <a:chExt cx="0" cy="0"/>
        </a:xfrm>
      </p:grpSpPr>
      <p:sp>
        <p:nvSpPr>
          <p:cNvPr id="26" name="Google Shape;26;p5"/>
          <p:cNvSpPr txBox="1"/>
          <p:nvPr>
            <p:ph type="title"/>
          </p:nvPr>
        </p:nvSpPr>
        <p:spPr>
          <a:xfrm>
            <a:off x="401962" y="273844"/>
            <a:ext cx="8274900" cy="813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C8102E"/>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descr="Rediger tekststiler i malen" id="27" name="Google Shape;27;p5"/>
          <p:cNvSpPr txBox="1"/>
          <p:nvPr>
            <p:ph idx="1" type="body"/>
          </p:nvPr>
        </p:nvSpPr>
        <p:spPr>
          <a:xfrm>
            <a:off x="454715" y="1379054"/>
            <a:ext cx="8068200" cy="3085800"/>
          </a:xfrm>
          <a:prstGeom prst="rect">
            <a:avLst/>
          </a:prstGeom>
          <a:noFill/>
          <a:ln>
            <a:noFill/>
          </a:ln>
        </p:spPr>
        <p:txBody>
          <a:bodyPr anchorCtr="0" anchor="t" bIns="34275" lIns="67500" spcFirstLastPara="1" rIns="68575" wrap="square" tIns="34275">
            <a:normAutofit/>
          </a:bodyPr>
          <a:lstStyle>
            <a:lvl1pPr indent="-228600" lvl="0" marL="457200" algn="l">
              <a:lnSpc>
                <a:spcPct val="90000"/>
              </a:lnSpc>
              <a:spcBef>
                <a:spcPts val="800"/>
              </a:spcBef>
              <a:spcAft>
                <a:spcPts val="0"/>
              </a:spcAft>
              <a:buClr>
                <a:srgbClr val="202A51"/>
              </a:buClr>
              <a:buSzPts val="1400"/>
              <a:buNone/>
              <a:defRPr b="0" sz="1400">
                <a:solidFill>
                  <a:srgbClr val="202A51"/>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8" name="Google Shape;28;p5"/>
          <p:cNvSpPr txBox="1"/>
          <p:nvPr>
            <p:ph idx="2" type="body"/>
          </p:nvPr>
        </p:nvSpPr>
        <p:spPr>
          <a:xfrm>
            <a:off x="5594747" y="4777979"/>
            <a:ext cx="2406300" cy="273900"/>
          </a:xfrm>
          <a:prstGeom prst="rect">
            <a:avLst/>
          </a:prstGeom>
          <a:noFill/>
          <a:ln>
            <a:noFill/>
          </a:ln>
        </p:spPr>
        <p:txBody>
          <a:bodyPr anchorCtr="0" anchor="t" bIns="34275" lIns="67500" spcFirstLastPara="1" rIns="68575" wrap="square" tIns="34275">
            <a:normAutofit/>
          </a:bodyPr>
          <a:lstStyle>
            <a:lvl1pPr indent="-228600" lvl="0" marL="457200" algn="r">
              <a:lnSpc>
                <a:spcPct val="90000"/>
              </a:lnSpc>
              <a:spcBef>
                <a:spcPts val="800"/>
              </a:spcBef>
              <a:spcAft>
                <a:spcPts val="0"/>
              </a:spcAft>
              <a:buClr>
                <a:schemeClr val="dk1"/>
              </a:buClr>
              <a:buSzPts val="800"/>
              <a:buNone/>
              <a:defRPr b="0" i="0" sz="800">
                <a:latin typeface="Helvetica Neue"/>
                <a:ea typeface="Helvetica Neue"/>
                <a:cs typeface="Helvetica Neue"/>
                <a:sym typeface="Helvetica Neue"/>
              </a:defRPr>
            </a:lvl1pPr>
            <a:lvl2pPr indent="-228600" lvl="1" marL="914400" algn="l">
              <a:lnSpc>
                <a:spcPct val="90000"/>
              </a:lnSpc>
              <a:spcBef>
                <a:spcPts val="400"/>
              </a:spcBef>
              <a:spcAft>
                <a:spcPts val="0"/>
              </a:spcAft>
              <a:buClr>
                <a:schemeClr val="dk1"/>
              </a:buClr>
              <a:buSzPts val="700"/>
              <a:buNone/>
              <a:defRPr sz="700"/>
            </a:lvl2pPr>
            <a:lvl3pPr indent="-273050" lvl="2" marL="1371600" algn="l">
              <a:lnSpc>
                <a:spcPct val="90000"/>
              </a:lnSpc>
              <a:spcBef>
                <a:spcPts val="400"/>
              </a:spcBef>
              <a:spcAft>
                <a:spcPts val="0"/>
              </a:spcAft>
              <a:buClr>
                <a:schemeClr val="dk1"/>
              </a:buClr>
              <a:buSzPts val="700"/>
              <a:buChar char="•"/>
              <a:defRPr sz="700"/>
            </a:lvl3pPr>
            <a:lvl4pPr indent="-273050" lvl="3" marL="1828800" algn="l">
              <a:lnSpc>
                <a:spcPct val="90000"/>
              </a:lnSpc>
              <a:spcBef>
                <a:spcPts val="400"/>
              </a:spcBef>
              <a:spcAft>
                <a:spcPts val="0"/>
              </a:spcAft>
              <a:buClr>
                <a:schemeClr val="dk1"/>
              </a:buClr>
              <a:buSzPts val="700"/>
              <a:buChar char="•"/>
              <a:defRPr sz="700"/>
            </a:lvl4pPr>
            <a:lvl5pPr indent="-273050" lvl="4" marL="2286000" algn="l">
              <a:lnSpc>
                <a:spcPct val="90000"/>
              </a:lnSpc>
              <a:spcBef>
                <a:spcPts val="400"/>
              </a:spcBef>
              <a:spcAft>
                <a:spcPts val="0"/>
              </a:spcAft>
              <a:buClr>
                <a:schemeClr val="dk1"/>
              </a:buClr>
              <a:buSzPts val="700"/>
              <a:buChar char="•"/>
              <a:defRPr sz="7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 name="Google Shape;29;p5"/>
          <p:cNvSpPr txBox="1"/>
          <p:nvPr>
            <p:ph idx="12" type="sldNum"/>
          </p:nvPr>
        </p:nvSpPr>
        <p:spPr>
          <a:xfrm>
            <a:off x="8045605" y="4777978"/>
            <a:ext cx="971700" cy="2739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n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Punktliste">
  <p:cSld name="2_Punktliste">
    <p:spTree>
      <p:nvGrpSpPr>
        <p:cNvPr id="30" name="Shape 30"/>
        <p:cNvGrpSpPr/>
        <p:nvPr/>
      </p:nvGrpSpPr>
      <p:grpSpPr>
        <a:xfrm>
          <a:off x="0" y="0"/>
          <a:ext cx="0" cy="0"/>
          <a:chOff x="0" y="0"/>
          <a:chExt cx="0" cy="0"/>
        </a:xfrm>
      </p:grpSpPr>
      <p:sp>
        <p:nvSpPr>
          <p:cNvPr id="31" name="Google Shape;31;p6"/>
          <p:cNvSpPr txBox="1"/>
          <p:nvPr>
            <p:ph type="title"/>
          </p:nvPr>
        </p:nvSpPr>
        <p:spPr>
          <a:xfrm>
            <a:off x="388620" y="451976"/>
            <a:ext cx="2788800" cy="39819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C8102E"/>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descr="Rediger tekststiler i malen" id="32" name="Google Shape;32;p6"/>
          <p:cNvSpPr txBox="1"/>
          <p:nvPr>
            <p:ph idx="1" type="body"/>
          </p:nvPr>
        </p:nvSpPr>
        <p:spPr>
          <a:xfrm>
            <a:off x="3398520" y="451975"/>
            <a:ext cx="5438100" cy="3981900"/>
          </a:xfrm>
          <a:prstGeom prst="rect">
            <a:avLst/>
          </a:prstGeom>
          <a:noFill/>
          <a:ln>
            <a:noFill/>
          </a:ln>
        </p:spPr>
        <p:txBody>
          <a:bodyPr anchorCtr="0" anchor="ctr" bIns="34275" lIns="67500" spcFirstLastPara="1" rIns="68575" wrap="square" tIns="34275">
            <a:normAutofit/>
          </a:bodyPr>
          <a:lstStyle>
            <a:lvl1pPr indent="-228600" lvl="0" marL="457200" algn="l">
              <a:lnSpc>
                <a:spcPct val="90000"/>
              </a:lnSpc>
              <a:spcBef>
                <a:spcPts val="800"/>
              </a:spcBef>
              <a:spcAft>
                <a:spcPts val="0"/>
              </a:spcAft>
              <a:buClr>
                <a:srgbClr val="202A51"/>
              </a:buClr>
              <a:buSzPts val="1800"/>
              <a:buNone/>
              <a:defRPr b="0" sz="1800">
                <a:solidFill>
                  <a:srgbClr val="202A51"/>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Google Shape;33;p6"/>
          <p:cNvSpPr txBox="1"/>
          <p:nvPr>
            <p:ph idx="2" type="body"/>
          </p:nvPr>
        </p:nvSpPr>
        <p:spPr>
          <a:xfrm>
            <a:off x="5594747" y="4777979"/>
            <a:ext cx="2406300" cy="273900"/>
          </a:xfrm>
          <a:prstGeom prst="rect">
            <a:avLst/>
          </a:prstGeom>
          <a:noFill/>
          <a:ln>
            <a:noFill/>
          </a:ln>
        </p:spPr>
        <p:txBody>
          <a:bodyPr anchorCtr="0" anchor="t" bIns="34275" lIns="67500" spcFirstLastPara="1" rIns="68575" wrap="square" tIns="34275">
            <a:normAutofit/>
          </a:bodyPr>
          <a:lstStyle>
            <a:lvl1pPr indent="-228600" lvl="0" marL="457200" algn="r">
              <a:lnSpc>
                <a:spcPct val="90000"/>
              </a:lnSpc>
              <a:spcBef>
                <a:spcPts val="800"/>
              </a:spcBef>
              <a:spcAft>
                <a:spcPts val="0"/>
              </a:spcAft>
              <a:buClr>
                <a:schemeClr val="dk1"/>
              </a:buClr>
              <a:buSzPts val="800"/>
              <a:buNone/>
              <a:defRPr b="0" i="0" sz="800">
                <a:latin typeface="Helvetica Neue"/>
                <a:ea typeface="Helvetica Neue"/>
                <a:cs typeface="Helvetica Neue"/>
                <a:sym typeface="Helvetica Neue"/>
              </a:defRPr>
            </a:lvl1pPr>
            <a:lvl2pPr indent="-228600" lvl="1" marL="914400" algn="l">
              <a:lnSpc>
                <a:spcPct val="90000"/>
              </a:lnSpc>
              <a:spcBef>
                <a:spcPts val="400"/>
              </a:spcBef>
              <a:spcAft>
                <a:spcPts val="0"/>
              </a:spcAft>
              <a:buClr>
                <a:schemeClr val="dk1"/>
              </a:buClr>
              <a:buSzPts val="700"/>
              <a:buNone/>
              <a:defRPr sz="700"/>
            </a:lvl2pPr>
            <a:lvl3pPr indent="-273050" lvl="2" marL="1371600" algn="l">
              <a:lnSpc>
                <a:spcPct val="90000"/>
              </a:lnSpc>
              <a:spcBef>
                <a:spcPts val="400"/>
              </a:spcBef>
              <a:spcAft>
                <a:spcPts val="0"/>
              </a:spcAft>
              <a:buClr>
                <a:schemeClr val="dk1"/>
              </a:buClr>
              <a:buSzPts val="700"/>
              <a:buChar char="•"/>
              <a:defRPr sz="700"/>
            </a:lvl3pPr>
            <a:lvl4pPr indent="-273050" lvl="3" marL="1828800" algn="l">
              <a:lnSpc>
                <a:spcPct val="90000"/>
              </a:lnSpc>
              <a:spcBef>
                <a:spcPts val="400"/>
              </a:spcBef>
              <a:spcAft>
                <a:spcPts val="0"/>
              </a:spcAft>
              <a:buClr>
                <a:schemeClr val="dk1"/>
              </a:buClr>
              <a:buSzPts val="700"/>
              <a:buChar char="•"/>
              <a:defRPr sz="700"/>
            </a:lvl4pPr>
            <a:lvl5pPr indent="-273050" lvl="4" marL="2286000" algn="l">
              <a:lnSpc>
                <a:spcPct val="90000"/>
              </a:lnSpc>
              <a:spcBef>
                <a:spcPts val="400"/>
              </a:spcBef>
              <a:spcAft>
                <a:spcPts val="0"/>
              </a:spcAft>
              <a:buClr>
                <a:schemeClr val="dk1"/>
              </a:buClr>
              <a:buSzPts val="700"/>
              <a:buChar char="•"/>
              <a:defRPr sz="7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4" name="Google Shape;34;p6"/>
          <p:cNvSpPr txBox="1"/>
          <p:nvPr>
            <p:ph idx="12" type="sldNum"/>
          </p:nvPr>
        </p:nvSpPr>
        <p:spPr>
          <a:xfrm>
            <a:off x="8045605" y="4777978"/>
            <a:ext cx="971700" cy="2739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n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kstinnhold">
  <p:cSld name="Tekstinnhold">
    <p:spTree>
      <p:nvGrpSpPr>
        <p:cNvPr id="35" name="Shape 35"/>
        <p:cNvGrpSpPr/>
        <p:nvPr/>
      </p:nvGrpSpPr>
      <p:grpSpPr>
        <a:xfrm>
          <a:off x="0" y="0"/>
          <a:ext cx="0" cy="0"/>
          <a:chOff x="0" y="0"/>
          <a:chExt cx="0" cy="0"/>
        </a:xfrm>
      </p:grpSpPr>
      <p:sp>
        <p:nvSpPr>
          <p:cNvPr id="36" name="Google Shape;36;p7"/>
          <p:cNvSpPr txBox="1"/>
          <p:nvPr>
            <p:ph type="title"/>
          </p:nvPr>
        </p:nvSpPr>
        <p:spPr>
          <a:xfrm>
            <a:off x="506323" y="-407504"/>
            <a:ext cx="8274900" cy="4074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C8102E"/>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descr="Rediger tesktstiler i malen" id="37" name="Google Shape;37;p7"/>
          <p:cNvSpPr txBox="1"/>
          <p:nvPr>
            <p:ph idx="1" type="body"/>
          </p:nvPr>
        </p:nvSpPr>
        <p:spPr>
          <a:xfrm>
            <a:off x="448408" y="530678"/>
            <a:ext cx="8211900" cy="3786600"/>
          </a:xfrm>
          <a:prstGeom prst="rect">
            <a:avLst/>
          </a:prstGeom>
          <a:noFill/>
          <a:ln>
            <a:noFill/>
          </a:ln>
        </p:spPr>
        <p:txBody>
          <a:bodyPr anchorCtr="0" anchor="t" bIns="34275" lIns="67500" spcFirstLastPara="1" rIns="68575" wrap="square" tIns="34275">
            <a:normAutofit/>
          </a:bodyPr>
          <a:lstStyle>
            <a:lvl1pPr indent="-228600" lvl="0" marL="457200" algn="l">
              <a:lnSpc>
                <a:spcPct val="90000"/>
              </a:lnSpc>
              <a:spcBef>
                <a:spcPts val="800"/>
              </a:spcBef>
              <a:spcAft>
                <a:spcPts val="0"/>
              </a:spcAft>
              <a:buClr>
                <a:srgbClr val="202A51"/>
              </a:buClr>
              <a:buSzPts val="1800"/>
              <a:buNone/>
              <a:defRPr b="0" sz="1800">
                <a:solidFill>
                  <a:srgbClr val="202A51"/>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8" name="Google Shape;38;p7"/>
          <p:cNvSpPr txBox="1"/>
          <p:nvPr>
            <p:ph idx="2" type="body"/>
          </p:nvPr>
        </p:nvSpPr>
        <p:spPr>
          <a:xfrm>
            <a:off x="5594747" y="4777979"/>
            <a:ext cx="2406300" cy="273900"/>
          </a:xfrm>
          <a:prstGeom prst="rect">
            <a:avLst/>
          </a:prstGeom>
          <a:noFill/>
          <a:ln>
            <a:noFill/>
          </a:ln>
        </p:spPr>
        <p:txBody>
          <a:bodyPr anchorCtr="0" anchor="t" bIns="34275" lIns="67500" spcFirstLastPara="1" rIns="68575" wrap="square" tIns="34275">
            <a:normAutofit/>
          </a:bodyPr>
          <a:lstStyle>
            <a:lvl1pPr indent="-228600" lvl="0" marL="457200" algn="r">
              <a:lnSpc>
                <a:spcPct val="90000"/>
              </a:lnSpc>
              <a:spcBef>
                <a:spcPts val="800"/>
              </a:spcBef>
              <a:spcAft>
                <a:spcPts val="0"/>
              </a:spcAft>
              <a:buClr>
                <a:schemeClr val="dk1"/>
              </a:buClr>
              <a:buSzPts val="800"/>
              <a:buNone/>
              <a:defRPr b="0" i="0" sz="800">
                <a:latin typeface="Helvetica Neue"/>
                <a:ea typeface="Helvetica Neue"/>
                <a:cs typeface="Helvetica Neue"/>
                <a:sym typeface="Helvetica Neue"/>
              </a:defRPr>
            </a:lvl1pPr>
            <a:lvl2pPr indent="-228600" lvl="1" marL="914400" algn="l">
              <a:lnSpc>
                <a:spcPct val="90000"/>
              </a:lnSpc>
              <a:spcBef>
                <a:spcPts val="400"/>
              </a:spcBef>
              <a:spcAft>
                <a:spcPts val="0"/>
              </a:spcAft>
              <a:buClr>
                <a:schemeClr val="dk1"/>
              </a:buClr>
              <a:buSzPts val="700"/>
              <a:buNone/>
              <a:defRPr sz="700"/>
            </a:lvl2pPr>
            <a:lvl3pPr indent="-273050" lvl="2" marL="1371600" algn="l">
              <a:lnSpc>
                <a:spcPct val="90000"/>
              </a:lnSpc>
              <a:spcBef>
                <a:spcPts val="400"/>
              </a:spcBef>
              <a:spcAft>
                <a:spcPts val="0"/>
              </a:spcAft>
              <a:buClr>
                <a:schemeClr val="dk1"/>
              </a:buClr>
              <a:buSzPts val="700"/>
              <a:buChar char="•"/>
              <a:defRPr sz="700"/>
            </a:lvl3pPr>
            <a:lvl4pPr indent="-273050" lvl="3" marL="1828800" algn="l">
              <a:lnSpc>
                <a:spcPct val="90000"/>
              </a:lnSpc>
              <a:spcBef>
                <a:spcPts val="400"/>
              </a:spcBef>
              <a:spcAft>
                <a:spcPts val="0"/>
              </a:spcAft>
              <a:buClr>
                <a:schemeClr val="dk1"/>
              </a:buClr>
              <a:buSzPts val="700"/>
              <a:buChar char="•"/>
              <a:defRPr sz="700"/>
            </a:lvl4pPr>
            <a:lvl5pPr indent="-273050" lvl="4" marL="2286000" algn="l">
              <a:lnSpc>
                <a:spcPct val="90000"/>
              </a:lnSpc>
              <a:spcBef>
                <a:spcPts val="400"/>
              </a:spcBef>
              <a:spcAft>
                <a:spcPts val="0"/>
              </a:spcAft>
              <a:buClr>
                <a:schemeClr val="dk1"/>
              </a:buClr>
              <a:buSzPts val="700"/>
              <a:buChar char="•"/>
              <a:defRPr sz="7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9" name="Google Shape;39;p7"/>
          <p:cNvSpPr txBox="1"/>
          <p:nvPr>
            <p:ph idx="12" type="sldNum"/>
          </p:nvPr>
        </p:nvSpPr>
        <p:spPr>
          <a:xfrm>
            <a:off x="8045605" y="4777978"/>
            <a:ext cx="971700" cy="2739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n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mmenligning">
  <p:cSld name="Sammenligning">
    <p:spTree>
      <p:nvGrpSpPr>
        <p:cNvPr id="40" name="Shape 40"/>
        <p:cNvGrpSpPr/>
        <p:nvPr/>
      </p:nvGrpSpPr>
      <p:grpSpPr>
        <a:xfrm>
          <a:off x="0" y="0"/>
          <a:ext cx="0" cy="0"/>
          <a:chOff x="0" y="0"/>
          <a:chExt cx="0" cy="0"/>
        </a:xfrm>
      </p:grpSpPr>
      <p:sp>
        <p:nvSpPr>
          <p:cNvPr id="41" name="Google Shape;41;p8"/>
          <p:cNvSpPr txBox="1"/>
          <p:nvPr>
            <p:ph type="title"/>
          </p:nvPr>
        </p:nvSpPr>
        <p:spPr>
          <a:xfrm>
            <a:off x="401962" y="273844"/>
            <a:ext cx="8275800" cy="7509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C8102E"/>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descr="Klikk for å redigere tekststiler i malen" id="42" name="Google Shape;42;p8"/>
          <p:cNvSpPr txBox="1"/>
          <p:nvPr>
            <p:ph idx="1" type="body"/>
          </p:nvPr>
        </p:nvSpPr>
        <p:spPr>
          <a:xfrm>
            <a:off x="401962" y="1204547"/>
            <a:ext cx="3915000" cy="3185700"/>
          </a:xfrm>
          <a:prstGeom prst="rect">
            <a:avLst/>
          </a:prstGeom>
          <a:noFill/>
          <a:ln>
            <a:noFill/>
          </a:ln>
        </p:spPr>
        <p:txBody>
          <a:bodyPr anchorCtr="0" anchor="t" bIns="34275" lIns="67500" spcFirstLastPara="1" rIns="68575" wrap="square" tIns="34275">
            <a:normAutofit/>
          </a:bodyPr>
          <a:lstStyle>
            <a:lvl1pPr indent="-228600" lvl="0" marL="457200" algn="l">
              <a:lnSpc>
                <a:spcPct val="90000"/>
              </a:lnSpc>
              <a:spcBef>
                <a:spcPts val="800"/>
              </a:spcBef>
              <a:spcAft>
                <a:spcPts val="0"/>
              </a:spcAft>
              <a:buClr>
                <a:srgbClr val="202A51"/>
              </a:buClr>
              <a:buSzPts val="1800"/>
              <a:buNone/>
              <a:defRPr b="0" sz="1800">
                <a:solidFill>
                  <a:srgbClr val="202A51"/>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descr="Klikk for å redigere tekststiler i malen" id="43" name="Google Shape;43;p8"/>
          <p:cNvSpPr txBox="1"/>
          <p:nvPr>
            <p:ph idx="2" type="body"/>
          </p:nvPr>
        </p:nvSpPr>
        <p:spPr>
          <a:xfrm>
            <a:off x="4762752" y="1204547"/>
            <a:ext cx="3915000" cy="3185700"/>
          </a:xfrm>
          <a:prstGeom prst="rect">
            <a:avLst/>
          </a:prstGeom>
          <a:noFill/>
          <a:ln>
            <a:noFill/>
          </a:ln>
        </p:spPr>
        <p:txBody>
          <a:bodyPr anchorCtr="0" anchor="t" bIns="34275" lIns="67500" spcFirstLastPara="1" rIns="68575" wrap="square" tIns="34275">
            <a:normAutofit/>
          </a:bodyPr>
          <a:lstStyle>
            <a:lvl1pPr indent="-228600" lvl="0" marL="457200" algn="l">
              <a:lnSpc>
                <a:spcPct val="90000"/>
              </a:lnSpc>
              <a:spcBef>
                <a:spcPts val="800"/>
              </a:spcBef>
              <a:spcAft>
                <a:spcPts val="0"/>
              </a:spcAft>
              <a:buClr>
                <a:srgbClr val="202A51"/>
              </a:buClr>
              <a:buSzPts val="1800"/>
              <a:buNone/>
              <a:defRPr b="0" sz="1800">
                <a:solidFill>
                  <a:srgbClr val="202A51"/>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4" name="Google Shape;44;p8"/>
          <p:cNvSpPr txBox="1"/>
          <p:nvPr>
            <p:ph idx="3" type="body"/>
          </p:nvPr>
        </p:nvSpPr>
        <p:spPr>
          <a:xfrm>
            <a:off x="5594747" y="4777979"/>
            <a:ext cx="2406300" cy="273900"/>
          </a:xfrm>
          <a:prstGeom prst="rect">
            <a:avLst/>
          </a:prstGeom>
          <a:noFill/>
          <a:ln>
            <a:noFill/>
          </a:ln>
        </p:spPr>
        <p:txBody>
          <a:bodyPr anchorCtr="0" anchor="t" bIns="34275" lIns="67500" spcFirstLastPara="1" rIns="68575" wrap="square" tIns="34275">
            <a:normAutofit/>
          </a:bodyPr>
          <a:lstStyle>
            <a:lvl1pPr indent="-228600" lvl="0" marL="457200" algn="r">
              <a:lnSpc>
                <a:spcPct val="90000"/>
              </a:lnSpc>
              <a:spcBef>
                <a:spcPts val="800"/>
              </a:spcBef>
              <a:spcAft>
                <a:spcPts val="0"/>
              </a:spcAft>
              <a:buClr>
                <a:schemeClr val="dk1"/>
              </a:buClr>
              <a:buSzPts val="800"/>
              <a:buNone/>
              <a:defRPr b="0" i="0" sz="800">
                <a:latin typeface="Helvetica Neue"/>
                <a:ea typeface="Helvetica Neue"/>
                <a:cs typeface="Helvetica Neue"/>
                <a:sym typeface="Helvetica Neue"/>
              </a:defRPr>
            </a:lvl1pPr>
            <a:lvl2pPr indent="-228600" lvl="1" marL="914400" algn="l">
              <a:lnSpc>
                <a:spcPct val="90000"/>
              </a:lnSpc>
              <a:spcBef>
                <a:spcPts val="400"/>
              </a:spcBef>
              <a:spcAft>
                <a:spcPts val="0"/>
              </a:spcAft>
              <a:buClr>
                <a:schemeClr val="dk1"/>
              </a:buClr>
              <a:buSzPts val="700"/>
              <a:buNone/>
              <a:defRPr sz="700"/>
            </a:lvl2pPr>
            <a:lvl3pPr indent="-273050" lvl="2" marL="1371600" algn="l">
              <a:lnSpc>
                <a:spcPct val="90000"/>
              </a:lnSpc>
              <a:spcBef>
                <a:spcPts val="400"/>
              </a:spcBef>
              <a:spcAft>
                <a:spcPts val="0"/>
              </a:spcAft>
              <a:buClr>
                <a:schemeClr val="dk1"/>
              </a:buClr>
              <a:buSzPts val="700"/>
              <a:buChar char="•"/>
              <a:defRPr sz="700"/>
            </a:lvl3pPr>
            <a:lvl4pPr indent="-273050" lvl="3" marL="1828800" algn="l">
              <a:lnSpc>
                <a:spcPct val="90000"/>
              </a:lnSpc>
              <a:spcBef>
                <a:spcPts val="400"/>
              </a:spcBef>
              <a:spcAft>
                <a:spcPts val="0"/>
              </a:spcAft>
              <a:buClr>
                <a:schemeClr val="dk1"/>
              </a:buClr>
              <a:buSzPts val="700"/>
              <a:buChar char="•"/>
              <a:defRPr sz="700"/>
            </a:lvl4pPr>
            <a:lvl5pPr indent="-273050" lvl="4" marL="2286000" algn="l">
              <a:lnSpc>
                <a:spcPct val="90000"/>
              </a:lnSpc>
              <a:spcBef>
                <a:spcPts val="400"/>
              </a:spcBef>
              <a:spcAft>
                <a:spcPts val="0"/>
              </a:spcAft>
              <a:buClr>
                <a:schemeClr val="dk1"/>
              </a:buClr>
              <a:buSzPts val="700"/>
              <a:buChar char="•"/>
              <a:defRPr sz="7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5" name="Google Shape;45;p8"/>
          <p:cNvSpPr txBox="1"/>
          <p:nvPr>
            <p:ph idx="12" type="sldNum"/>
          </p:nvPr>
        </p:nvSpPr>
        <p:spPr>
          <a:xfrm>
            <a:off x="8045605" y="4777978"/>
            <a:ext cx="971700" cy="2739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n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Sammenligning">
  <p:cSld name="3_Sammenligning">
    <p:spTree>
      <p:nvGrpSpPr>
        <p:cNvPr id="46" name="Shape 46"/>
        <p:cNvGrpSpPr/>
        <p:nvPr/>
      </p:nvGrpSpPr>
      <p:grpSpPr>
        <a:xfrm>
          <a:off x="0" y="0"/>
          <a:ext cx="0" cy="0"/>
          <a:chOff x="0" y="0"/>
          <a:chExt cx="0" cy="0"/>
        </a:xfrm>
      </p:grpSpPr>
      <p:sp>
        <p:nvSpPr>
          <p:cNvPr id="47" name="Google Shape;47;p9"/>
          <p:cNvSpPr txBox="1"/>
          <p:nvPr>
            <p:ph type="title"/>
          </p:nvPr>
        </p:nvSpPr>
        <p:spPr>
          <a:xfrm>
            <a:off x="401962" y="273844"/>
            <a:ext cx="8275800" cy="7509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C8102E"/>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descr="Klikk for å redigere tekststiler i malen" id="48" name="Google Shape;48;p9"/>
          <p:cNvSpPr/>
          <p:nvPr>
            <p:ph idx="1" type="body"/>
          </p:nvPr>
        </p:nvSpPr>
        <p:spPr>
          <a:xfrm>
            <a:off x="401962" y="1204547"/>
            <a:ext cx="3915000" cy="3185700"/>
          </a:xfrm>
          <a:prstGeom prst="roundRect">
            <a:avLst>
              <a:gd fmla="val 5205" name="adj"/>
            </a:avLst>
          </a:prstGeom>
          <a:solidFill>
            <a:srgbClr val="F8EDDD"/>
          </a:solidFill>
          <a:ln>
            <a:noFill/>
          </a:ln>
        </p:spPr>
        <p:txBody>
          <a:bodyPr anchorCtr="0" anchor="t" bIns="108000" lIns="108000" spcFirstLastPara="1" rIns="108000" wrap="square" tIns="108000">
            <a:normAutofit/>
          </a:bodyPr>
          <a:lstStyle>
            <a:lvl1pPr indent="-228600" lvl="0" marL="457200" algn="l">
              <a:lnSpc>
                <a:spcPct val="90000"/>
              </a:lnSpc>
              <a:spcBef>
                <a:spcPts val="800"/>
              </a:spcBef>
              <a:spcAft>
                <a:spcPts val="0"/>
              </a:spcAft>
              <a:buClr>
                <a:srgbClr val="202A51"/>
              </a:buClr>
              <a:buSzPts val="1800"/>
              <a:buNone/>
              <a:defRPr b="0" sz="1800">
                <a:solidFill>
                  <a:srgbClr val="202A51"/>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descr="Klikk for å redigere tekststiler i malen" id="49" name="Google Shape;49;p9"/>
          <p:cNvSpPr/>
          <p:nvPr>
            <p:ph idx="2" type="body"/>
          </p:nvPr>
        </p:nvSpPr>
        <p:spPr>
          <a:xfrm>
            <a:off x="4762752" y="1204547"/>
            <a:ext cx="3915000" cy="3185700"/>
          </a:xfrm>
          <a:prstGeom prst="roundRect">
            <a:avLst>
              <a:gd fmla="val 6882" name="adj"/>
            </a:avLst>
          </a:prstGeom>
          <a:solidFill>
            <a:srgbClr val="F8EDDD"/>
          </a:solidFill>
          <a:ln>
            <a:noFill/>
          </a:ln>
        </p:spPr>
        <p:txBody>
          <a:bodyPr anchorCtr="0" anchor="t" bIns="108000" lIns="108000" spcFirstLastPara="1" rIns="108000" wrap="square" tIns="108000">
            <a:normAutofit/>
          </a:bodyPr>
          <a:lstStyle>
            <a:lvl1pPr indent="-228600" lvl="0" marL="457200" algn="l">
              <a:lnSpc>
                <a:spcPct val="90000"/>
              </a:lnSpc>
              <a:spcBef>
                <a:spcPts val="800"/>
              </a:spcBef>
              <a:spcAft>
                <a:spcPts val="0"/>
              </a:spcAft>
              <a:buClr>
                <a:srgbClr val="202A51"/>
              </a:buClr>
              <a:buSzPts val="1800"/>
              <a:buNone/>
              <a:defRPr b="0" sz="1800">
                <a:solidFill>
                  <a:srgbClr val="202A51"/>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0" name="Google Shape;50;p9"/>
          <p:cNvSpPr txBox="1"/>
          <p:nvPr>
            <p:ph idx="3" type="body"/>
          </p:nvPr>
        </p:nvSpPr>
        <p:spPr>
          <a:xfrm>
            <a:off x="5594747" y="4777979"/>
            <a:ext cx="2406300" cy="273900"/>
          </a:xfrm>
          <a:prstGeom prst="rect">
            <a:avLst/>
          </a:prstGeom>
          <a:noFill/>
          <a:ln>
            <a:noFill/>
          </a:ln>
        </p:spPr>
        <p:txBody>
          <a:bodyPr anchorCtr="0" anchor="t" bIns="34275" lIns="67500" spcFirstLastPara="1" rIns="68575" wrap="square" tIns="34275">
            <a:normAutofit/>
          </a:bodyPr>
          <a:lstStyle>
            <a:lvl1pPr indent="-228600" lvl="0" marL="457200" algn="r">
              <a:lnSpc>
                <a:spcPct val="90000"/>
              </a:lnSpc>
              <a:spcBef>
                <a:spcPts val="800"/>
              </a:spcBef>
              <a:spcAft>
                <a:spcPts val="0"/>
              </a:spcAft>
              <a:buClr>
                <a:schemeClr val="dk1"/>
              </a:buClr>
              <a:buSzPts val="800"/>
              <a:buNone/>
              <a:defRPr b="0" i="0" sz="800">
                <a:latin typeface="Helvetica Neue"/>
                <a:ea typeface="Helvetica Neue"/>
                <a:cs typeface="Helvetica Neue"/>
                <a:sym typeface="Helvetica Neue"/>
              </a:defRPr>
            </a:lvl1pPr>
            <a:lvl2pPr indent="-228600" lvl="1" marL="914400" algn="l">
              <a:lnSpc>
                <a:spcPct val="90000"/>
              </a:lnSpc>
              <a:spcBef>
                <a:spcPts val="400"/>
              </a:spcBef>
              <a:spcAft>
                <a:spcPts val="0"/>
              </a:spcAft>
              <a:buClr>
                <a:schemeClr val="dk1"/>
              </a:buClr>
              <a:buSzPts val="700"/>
              <a:buNone/>
              <a:defRPr sz="700"/>
            </a:lvl2pPr>
            <a:lvl3pPr indent="-273050" lvl="2" marL="1371600" algn="l">
              <a:lnSpc>
                <a:spcPct val="90000"/>
              </a:lnSpc>
              <a:spcBef>
                <a:spcPts val="400"/>
              </a:spcBef>
              <a:spcAft>
                <a:spcPts val="0"/>
              </a:spcAft>
              <a:buClr>
                <a:schemeClr val="dk1"/>
              </a:buClr>
              <a:buSzPts val="700"/>
              <a:buChar char="•"/>
              <a:defRPr sz="700"/>
            </a:lvl3pPr>
            <a:lvl4pPr indent="-273050" lvl="3" marL="1828800" algn="l">
              <a:lnSpc>
                <a:spcPct val="90000"/>
              </a:lnSpc>
              <a:spcBef>
                <a:spcPts val="400"/>
              </a:spcBef>
              <a:spcAft>
                <a:spcPts val="0"/>
              </a:spcAft>
              <a:buClr>
                <a:schemeClr val="dk1"/>
              </a:buClr>
              <a:buSzPts val="700"/>
              <a:buChar char="•"/>
              <a:defRPr sz="700"/>
            </a:lvl4pPr>
            <a:lvl5pPr indent="-273050" lvl="4" marL="2286000" algn="l">
              <a:lnSpc>
                <a:spcPct val="90000"/>
              </a:lnSpc>
              <a:spcBef>
                <a:spcPts val="400"/>
              </a:spcBef>
              <a:spcAft>
                <a:spcPts val="0"/>
              </a:spcAft>
              <a:buClr>
                <a:schemeClr val="dk1"/>
              </a:buClr>
              <a:buSzPts val="700"/>
              <a:buChar char="•"/>
              <a:defRPr sz="7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 name="Google Shape;51;p9"/>
          <p:cNvSpPr txBox="1"/>
          <p:nvPr>
            <p:ph idx="12" type="sldNum"/>
          </p:nvPr>
        </p:nvSpPr>
        <p:spPr>
          <a:xfrm>
            <a:off x="8045605" y="4777978"/>
            <a:ext cx="971700" cy="2739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n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ammenligning">
  <p:cSld name="1_Sammenligning">
    <p:spTree>
      <p:nvGrpSpPr>
        <p:cNvPr id="52" name="Shape 52"/>
        <p:cNvGrpSpPr/>
        <p:nvPr/>
      </p:nvGrpSpPr>
      <p:grpSpPr>
        <a:xfrm>
          <a:off x="0" y="0"/>
          <a:ext cx="0" cy="0"/>
          <a:chOff x="0" y="0"/>
          <a:chExt cx="0" cy="0"/>
        </a:xfrm>
      </p:grpSpPr>
      <p:sp>
        <p:nvSpPr>
          <p:cNvPr id="53" name="Google Shape;53;p10"/>
          <p:cNvSpPr txBox="1"/>
          <p:nvPr>
            <p:ph type="title"/>
          </p:nvPr>
        </p:nvSpPr>
        <p:spPr>
          <a:xfrm>
            <a:off x="401962" y="273844"/>
            <a:ext cx="8275800" cy="7509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C8102E"/>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descr="Klikk for å redigere tekststiler i malen" id="54" name="Google Shape;54;p10"/>
          <p:cNvSpPr txBox="1"/>
          <p:nvPr>
            <p:ph idx="1" type="body"/>
          </p:nvPr>
        </p:nvSpPr>
        <p:spPr>
          <a:xfrm>
            <a:off x="401962" y="1204547"/>
            <a:ext cx="2430000" cy="3185700"/>
          </a:xfrm>
          <a:prstGeom prst="rect">
            <a:avLst/>
          </a:prstGeom>
          <a:noFill/>
          <a:ln>
            <a:noFill/>
          </a:ln>
        </p:spPr>
        <p:txBody>
          <a:bodyPr anchorCtr="0" anchor="t" bIns="34275" lIns="67500" spcFirstLastPara="1" rIns="68575" wrap="square" tIns="34275">
            <a:normAutofit/>
          </a:bodyPr>
          <a:lstStyle>
            <a:lvl1pPr indent="-228600" lvl="0" marL="457200" algn="l">
              <a:lnSpc>
                <a:spcPct val="90000"/>
              </a:lnSpc>
              <a:spcBef>
                <a:spcPts val="800"/>
              </a:spcBef>
              <a:spcAft>
                <a:spcPts val="0"/>
              </a:spcAft>
              <a:buClr>
                <a:srgbClr val="202A51"/>
              </a:buClr>
              <a:buSzPts val="1800"/>
              <a:buNone/>
              <a:defRPr b="0" sz="1800">
                <a:solidFill>
                  <a:srgbClr val="202A51"/>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descr="Klikk for å redigere tekststiler i malen" id="55" name="Google Shape;55;p10"/>
          <p:cNvSpPr txBox="1"/>
          <p:nvPr>
            <p:ph idx="2" type="body"/>
          </p:nvPr>
        </p:nvSpPr>
        <p:spPr>
          <a:xfrm>
            <a:off x="3324857" y="1204547"/>
            <a:ext cx="2430000" cy="3185700"/>
          </a:xfrm>
          <a:prstGeom prst="rect">
            <a:avLst/>
          </a:prstGeom>
          <a:noFill/>
          <a:ln>
            <a:noFill/>
          </a:ln>
        </p:spPr>
        <p:txBody>
          <a:bodyPr anchorCtr="0" anchor="t" bIns="34275" lIns="67500" spcFirstLastPara="1" rIns="68575" wrap="square" tIns="34275">
            <a:normAutofit/>
          </a:bodyPr>
          <a:lstStyle>
            <a:lvl1pPr indent="-228600" lvl="0" marL="457200" algn="l">
              <a:lnSpc>
                <a:spcPct val="90000"/>
              </a:lnSpc>
              <a:spcBef>
                <a:spcPts val="800"/>
              </a:spcBef>
              <a:spcAft>
                <a:spcPts val="0"/>
              </a:spcAft>
              <a:buClr>
                <a:srgbClr val="202A51"/>
              </a:buClr>
              <a:buSzPts val="1800"/>
              <a:buNone/>
              <a:defRPr b="0" sz="1800">
                <a:solidFill>
                  <a:srgbClr val="202A51"/>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descr="Klikk for å redigere tekststiler i malen" id="56" name="Google Shape;56;p10"/>
          <p:cNvSpPr txBox="1"/>
          <p:nvPr>
            <p:ph idx="3" type="body"/>
          </p:nvPr>
        </p:nvSpPr>
        <p:spPr>
          <a:xfrm>
            <a:off x="6247752" y="1204547"/>
            <a:ext cx="2430000" cy="3185700"/>
          </a:xfrm>
          <a:prstGeom prst="rect">
            <a:avLst/>
          </a:prstGeom>
          <a:noFill/>
          <a:ln>
            <a:noFill/>
          </a:ln>
        </p:spPr>
        <p:txBody>
          <a:bodyPr anchorCtr="0" anchor="t" bIns="34275" lIns="67500" spcFirstLastPara="1" rIns="68575" wrap="square" tIns="34275">
            <a:normAutofit/>
          </a:bodyPr>
          <a:lstStyle>
            <a:lvl1pPr indent="-228600" lvl="0" marL="457200" algn="l">
              <a:lnSpc>
                <a:spcPct val="90000"/>
              </a:lnSpc>
              <a:spcBef>
                <a:spcPts val="800"/>
              </a:spcBef>
              <a:spcAft>
                <a:spcPts val="0"/>
              </a:spcAft>
              <a:buClr>
                <a:srgbClr val="202A51"/>
              </a:buClr>
              <a:buSzPts val="1800"/>
              <a:buNone/>
              <a:defRPr b="0" sz="1800">
                <a:solidFill>
                  <a:srgbClr val="202A51"/>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7" name="Google Shape;57;p10"/>
          <p:cNvSpPr txBox="1"/>
          <p:nvPr>
            <p:ph idx="4" type="body"/>
          </p:nvPr>
        </p:nvSpPr>
        <p:spPr>
          <a:xfrm>
            <a:off x="5594747" y="4777979"/>
            <a:ext cx="2406300" cy="273900"/>
          </a:xfrm>
          <a:prstGeom prst="rect">
            <a:avLst/>
          </a:prstGeom>
          <a:noFill/>
          <a:ln>
            <a:noFill/>
          </a:ln>
        </p:spPr>
        <p:txBody>
          <a:bodyPr anchorCtr="0" anchor="t" bIns="34275" lIns="67500" spcFirstLastPara="1" rIns="68575" wrap="square" tIns="34275">
            <a:normAutofit/>
          </a:bodyPr>
          <a:lstStyle>
            <a:lvl1pPr indent="-228600" lvl="0" marL="457200" algn="r">
              <a:lnSpc>
                <a:spcPct val="90000"/>
              </a:lnSpc>
              <a:spcBef>
                <a:spcPts val="800"/>
              </a:spcBef>
              <a:spcAft>
                <a:spcPts val="0"/>
              </a:spcAft>
              <a:buClr>
                <a:schemeClr val="dk1"/>
              </a:buClr>
              <a:buSzPts val="800"/>
              <a:buNone/>
              <a:defRPr b="0" i="0" sz="800">
                <a:latin typeface="Helvetica Neue"/>
                <a:ea typeface="Helvetica Neue"/>
                <a:cs typeface="Helvetica Neue"/>
                <a:sym typeface="Helvetica Neue"/>
              </a:defRPr>
            </a:lvl1pPr>
            <a:lvl2pPr indent="-228600" lvl="1" marL="914400" algn="l">
              <a:lnSpc>
                <a:spcPct val="90000"/>
              </a:lnSpc>
              <a:spcBef>
                <a:spcPts val="400"/>
              </a:spcBef>
              <a:spcAft>
                <a:spcPts val="0"/>
              </a:spcAft>
              <a:buClr>
                <a:schemeClr val="dk1"/>
              </a:buClr>
              <a:buSzPts val="700"/>
              <a:buNone/>
              <a:defRPr sz="700"/>
            </a:lvl2pPr>
            <a:lvl3pPr indent="-273050" lvl="2" marL="1371600" algn="l">
              <a:lnSpc>
                <a:spcPct val="90000"/>
              </a:lnSpc>
              <a:spcBef>
                <a:spcPts val="400"/>
              </a:spcBef>
              <a:spcAft>
                <a:spcPts val="0"/>
              </a:spcAft>
              <a:buClr>
                <a:schemeClr val="dk1"/>
              </a:buClr>
              <a:buSzPts val="700"/>
              <a:buChar char="•"/>
              <a:defRPr sz="700"/>
            </a:lvl3pPr>
            <a:lvl4pPr indent="-273050" lvl="3" marL="1828800" algn="l">
              <a:lnSpc>
                <a:spcPct val="90000"/>
              </a:lnSpc>
              <a:spcBef>
                <a:spcPts val="400"/>
              </a:spcBef>
              <a:spcAft>
                <a:spcPts val="0"/>
              </a:spcAft>
              <a:buClr>
                <a:schemeClr val="dk1"/>
              </a:buClr>
              <a:buSzPts val="700"/>
              <a:buChar char="•"/>
              <a:defRPr sz="700"/>
            </a:lvl4pPr>
            <a:lvl5pPr indent="-273050" lvl="4" marL="2286000" algn="l">
              <a:lnSpc>
                <a:spcPct val="90000"/>
              </a:lnSpc>
              <a:spcBef>
                <a:spcPts val="400"/>
              </a:spcBef>
              <a:spcAft>
                <a:spcPts val="0"/>
              </a:spcAft>
              <a:buClr>
                <a:schemeClr val="dk1"/>
              </a:buClr>
              <a:buSzPts val="700"/>
              <a:buChar char="•"/>
              <a:defRPr sz="7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8" name="Google Shape;58;p10"/>
          <p:cNvSpPr txBox="1"/>
          <p:nvPr>
            <p:ph idx="12" type="sldNum"/>
          </p:nvPr>
        </p:nvSpPr>
        <p:spPr>
          <a:xfrm>
            <a:off x="8045605" y="4777978"/>
            <a:ext cx="971700" cy="2739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n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ammenligning">
  <p:cSld name="2_Sammenligning">
    <p:spTree>
      <p:nvGrpSpPr>
        <p:cNvPr id="59" name="Shape 59"/>
        <p:cNvGrpSpPr/>
        <p:nvPr/>
      </p:nvGrpSpPr>
      <p:grpSpPr>
        <a:xfrm>
          <a:off x="0" y="0"/>
          <a:ext cx="0" cy="0"/>
          <a:chOff x="0" y="0"/>
          <a:chExt cx="0" cy="0"/>
        </a:xfrm>
      </p:grpSpPr>
      <p:sp>
        <p:nvSpPr>
          <p:cNvPr id="60" name="Google Shape;60;p11"/>
          <p:cNvSpPr txBox="1"/>
          <p:nvPr>
            <p:ph type="title"/>
          </p:nvPr>
        </p:nvSpPr>
        <p:spPr>
          <a:xfrm>
            <a:off x="401962" y="273844"/>
            <a:ext cx="8275800" cy="7509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C8102E"/>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descr="Klikk for å redigere tekststiler i malen" id="61" name="Google Shape;61;p11"/>
          <p:cNvSpPr/>
          <p:nvPr>
            <p:ph idx="1" type="body"/>
          </p:nvPr>
        </p:nvSpPr>
        <p:spPr>
          <a:xfrm>
            <a:off x="401962" y="1204547"/>
            <a:ext cx="2565000" cy="3185700"/>
          </a:xfrm>
          <a:prstGeom prst="roundRect">
            <a:avLst>
              <a:gd fmla="val 7157" name="adj"/>
            </a:avLst>
          </a:prstGeom>
          <a:solidFill>
            <a:srgbClr val="F8EDDD"/>
          </a:solidFill>
          <a:ln>
            <a:noFill/>
          </a:ln>
        </p:spPr>
        <p:txBody>
          <a:bodyPr anchorCtr="0" anchor="t" bIns="54000" lIns="81000" spcFirstLastPara="1" rIns="81000" wrap="square" tIns="54000">
            <a:normAutofit/>
          </a:bodyPr>
          <a:lstStyle>
            <a:lvl1pPr indent="-228600" lvl="0" marL="457200" algn="l">
              <a:lnSpc>
                <a:spcPct val="90000"/>
              </a:lnSpc>
              <a:spcBef>
                <a:spcPts val="800"/>
              </a:spcBef>
              <a:spcAft>
                <a:spcPts val="0"/>
              </a:spcAft>
              <a:buClr>
                <a:srgbClr val="202A51"/>
              </a:buClr>
              <a:buSzPts val="1800"/>
              <a:buNone/>
              <a:defRPr b="0" sz="1800">
                <a:solidFill>
                  <a:srgbClr val="202A51"/>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descr="Klikk for å redigere tekststiler i malen" id="62" name="Google Shape;62;p11"/>
          <p:cNvSpPr/>
          <p:nvPr>
            <p:ph idx="2" type="body"/>
          </p:nvPr>
        </p:nvSpPr>
        <p:spPr>
          <a:xfrm>
            <a:off x="3257357" y="1204547"/>
            <a:ext cx="2565000" cy="3185700"/>
          </a:xfrm>
          <a:prstGeom prst="roundRect">
            <a:avLst>
              <a:gd fmla="val 7464" name="adj"/>
            </a:avLst>
          </a:prstGeom>
          <a:solidFill>
            <a:srgbClr val="F8EDDD"/>
          </a:solidFill>
          <a:ln>
            <a:noFill/>
          </a:ln>
        </p:spPr>
        <p:txBody>
          <a:bodyPr anchorCtr="0" anchor="t" bIns="54000" lIns="81000" spcFirstLastPara="1" rIns="81000" wrap="square" tIns="54000">
            <a:normAutofit/>
          </a:bodyPr>
          <a:lstStyle>
            <a:lvl1pPr indent="-228600" lvl="0" marL="457200" algn="l">
              <a:lnSpc>
                <a:spcPct val="90000"/>
              </a:lnSpc>
              <a:spcBef>
                <a:spcPts val="800"/>
              </a:spcBef>
              <a:spcAft>
                <a:spcPts val="0"/>
              </a:spcAft>
              <a:buClr>
                <a:srgbClr val="202A51"/>
              </a:buClr>
              <a:buSzPts val="1800"/>
              <a:buNone/>
              <a:defRPr b="0" sz="1800">
                <a:solidFill>
                  <a:srgbClr val="202A51"/>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descr="Klikk for å redigere tekststiler i malen" id="63" name="Google Shape;63;p11"/>
          <p:cNvSpPr/>
          <p:nvPr>
            <p:ph idx="3" type="body"/>
          </p:nvPr>
        </p:nvSpPr>
        <p:spPr>
          <a:xfrm>
            <a:off x="6112752" y="1204547"/>
            <a:ext cx="2565000" cy="3185700"/>
          </a:xfrm>
          <a:prstGeom prst="roundRect">
            <a:avLst>
              <a:gd fmla="val 7158" name="adj"/>
            </a:avLst>
          </a:prstGeom>
          <a:solidFill>
            <a:srgbClr val="F8EDDD"/>
          </a:solidFill>
          <a:ln>
            <a:noFill/>
          </a:ln>
        </p:spPr>
        <p:txBody>
          <a:bodyPr anchorCtr="0" anchor="t" bIns="54000" lIns="81000" spcFirstLastPara="1" rIns="81000" wrap="square" tIns="54000">
            <a:normAutofit/>
          </a:bodyPr>
          <a:lstStyle>
            <a:lvl1pPr indent="-228600" lvl="0" marL="457200" algn="l">
              <a:lnSpc>
                <a:spcPct val="90000"/>
              </a:lnSpc>
              <a:spcBef>
                <a:spcPts val="800"/>
              </a:spcBef>
              <a:spcAft>
                <a:spcPts val="0"/>
              </a:spcAft>
              <a:buClr>
                <a:srgbClr val="202A51"/>
              </a:buClr>
              <a:buSzPts val="1800"/>
              <a:buNone/>
              <a:defRPr b="0" sz="1800">
                <a:solidFill>
                  <a:srgbClr val="202A51"/>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4" name="Google Shape;64;p11"/>
          <p:cNvSpPr txBox="1"/>
          <p:nvPr>
            <p:ph idx="4" type="body"/>
          </p:nvPr>
        </p:nvSpPr>
        <p:spPr>
          <a:xfrm>
            <a:off x="5594747" y="4777979"/>
            <a:ext cx="2406300" cy="273900"/>
          </a:xfrm>
          <a:prstGeom prst="rect">
            <a:avLst/>
          </a:prstGeom>
          <a:noFill/>
          <a:ln>
            <a:noFill/>
          </a:ln>
        </p:spPr>
        <p:txBody>
          <a:bodyPr anchorCtr="0" anchor="t" bIns="34275" lIns="67500" spcFirstLastPara="1" rIns="68575" wrap="square" tIns="34275">
            <a:normAutofit/>
          </a:bodyPr>
          <a:lstStyle>
            <a:lvl1pPr indent="-228600" lvl="0" marL="457200" algn="r">
              <a:lnSpc>
                <a:spcPct val="90000"/>
              </a:lnSpc>
              <a:spcBef>
                <a:spcPts val="800"/>
              </a:spcBef>
              <a:spcAft>
                <a:spcPts val="0"/>
              </a:spcAft>
              <a:buClr>
                <a:schemeClr val="dk1"/>
              </a:buClr>
              <a:buSzPts val="800"/>
              <a:buNone/>
              <a:defRPr b="0" i="0" sz="800">
                <a:latin typeface="Helvetica Neue"/>
                <a:ea typeface="Helvetica Neue"/>
                <a:cs typeface="Helvetica Neue"/>
                <a:sym typeface="Helvetica Neue"/>
              </a:defRPr>
            </a:lvl1pPr>
            <a:lvl2pPr indent="-228600" lvl="1" marL="914400" algn="l">
              <a:lnSpc>
                <a:spcPct val="90000"/>
              </a:lnSpc>
              <a:spcBef>
                <a:spcPts val="400"/>
              </a:spcBef>
              <a:spcAft>
                <a:spcPts val="0"/>
              </a:spcAft>
              <a:buClr>
                <a:schemeClr val="dk1"/>
              </a:buClr>
              <a:buSzPts val="700"/>
              <a:buNone/>
              <a:defRPr sz="700"/>
            </a:lvl2pPr>
            <a:lvl3pPr indent="-273050" lvl="2" marL="1371600" algn="l">
              <a:lnSpc>
                <a:spcPct val="90000"/>
              </a:lnSpc>
              <a:spcBef>
                <a:spcPts val="400"/>
              </a:spcBef>
              <a:spcAft>
                <a:spcPts val="0"/>
              </a:spcAft>
              <a:buClr>
                <a:schemeClr val="dk1"/>
              </a:buClr>
              <a:buSzPts val="700"/>
              <a:buChar char="•"/>
              <a:defRPr sz="700"/>
            </a:lvl3pPr>
            <a:lvl4pPr indent="-273050" lvl="3" marL="1828800" algn="l">
              <a:lnSpc>
                <a:spcPct val="90000"/>
              </a:lnSpc>
              <a:spcBef>
                <a:spcPts val="400"/>
              </a:spcBef>
              <a:spcAft>
                <a:spcPts val="0"/>
              </a:spcAft>
              <a:buClr>
                <a:schemeClr val="dk1"/>
              </a:buClr>
              <a:buSzPts val="700"/>
              <a:buChar char="•"/>
              <a:defRPr sz="700"/>
            </a:lvl4pPr>
            <a:lvl5pPr indent="-273050" lvl="4" marL="2286000" algn="l">
              <a:lnSpc>
                <a:spcPct val="90000"/>
              </a:lnSpc>
              <a:spcBef>
                <a:spcPts val="400"/>
              </a:spcBef>
              <a:spcAft>
                <a:spcPts val="0"/>
              </a:spcAft>
              <a:buClr>
                <a:schemeClr val="dk1"/>
              </a:buClr>
              <a:buSzPts val="700"/>
              <a:buChar char="•"/>
              <a:defRPr sz="7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5" name="Google Shape;65;p11"/>
          <p:cNvSpPr txBox="1"/>
          <p:nvPr>
            <p:ph idx="12" type="sldNum"/>
          </p:nvPr>
        </p:nvSpPr>
        <p:spPr>
          <a:xfrm>
            <a:off x="8045605" y="4777978"/>
            <a:ext cx="971700" cy="2739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n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kst venstre og bilde høyre">
  <p:cSld name="Tekst venstre og bilde høyre">
    <p:spTree>
      <p:nvGrpSpPr>
        <p:cNvPr id="66" name="Shape 66"/>
        <p:cNvGrpSpPr/>
        <p:nvPr/>
      </p:nvGrpSpPr>
      <p:grpSpPr>
        <a:xfrm>
          <a:off x="0" y="0"/>
          <a:ext cx="0" cy="0"/>
          <a:chOff x="0" y="0"/>
          <a:chExt cx="0" cy="0"/>
        </a:xfrm>
      </p:grpSpPr>
      <p:sp>
        <p:nvSpPr>
          <p:cNvPr id="67" name="Google Shape;67;p12"/>
          <p:cNvSpPr txBox="1"/>
          <p:nvPr>
            <p:ph type="title"/>
          </p:nvPr>
        </p:nvSpPr>
        <p:spPr>
          <a:xfrm>
            <a:off x="454715" y="273844"/>
            <a:ext cx="3891300" cy="9561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C8102E"/>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8" name="Google Shape;68;p12"/>
          <p:cNvSpPr txBox="1"/>
          <p:nvPr>
            <p:ph idx="1" type="body"/>
          </p:nvPr>
        </p:nvSpPr>
        <p:spPr>
          <a:xfrm>
            <a:off x="454715" y="1412421"/>
            <a:ext cx="3891300" cy="3036600"/>
          </a:xfrm>
          <a:prstGeom prst="rect">
            <a:avLst/>
          </a:prstGeom>
          <a:noFill/>
          <a:ln>
            <a:noFill/>
          </a:ln>
        </p:spPr>
        <p:txBody>
          <a:bodyPr anchorCtr="0" anchor="t" bIns="34275" lIns="67500" spcFirstLastPara="1" rIns="68575" wrap="square" tIns="34275">
            <a:normAutofit/>
          </a:bodyPr>
          <a:lstStyle>
            <a:lvl1pPr indent="-228600" lvl="0" marL="457200" algn="l">
              <a:lnSpc>
                <a:spcPct val="90000"/>
              </a:lnSpc>
              <a:spcBef>
                <a:spcPts val="800"/>
              </a:spcBef>
              <a:spcAft>
                <a:spcPts val="0"/>
              </a:spcAft>
              <a:buClr>
                <a:srgbClr val="202A51"/>
              </a:buClr>
              <a:buSzPts val="1800"/>
              <a:buNone/>
              <a:defRPr b="0" sz="1800">
                <a:solidFill>
                  <a:srgbClr val="202A51"/>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descr="1. Klikk på ikonet over2. Velg bildet du ønsker å sette inn3. Bruk ‘bildeverktøy’ –&gt; ‘beskjær’ for å endre bildeutsnittHer kan du velge utsnitt ved å dra i de hvite kulene i hjørnet. (Hold Shift inne for å bevare forholdet mellom sidene.)&#10;" id="69" name="Google Shape;69;p12"/>
          <p:cNvSpPr/>
          <p:nvPr>
            <p:ph idx="2" type="pic"/>
          </p:nvPr>
        </p:nvSpPr>
        <p:spPr>
          <a:xfrm>
            <a:off x="4710070" y="-9268"/>
            <a:ext cx="4430400" cy="4449000"/>
          </a:xfrm>
          <a:prstGeom prst="rect">
            <a:avLst/>
          </a:prstGeom>
          <a:noFill/>
          <a:ln>
            <a:noFill/>
          </a:ln>
        </p:spPr>
      </p:sp>
      <p:sp>
        <p:nvSpPr>
          <p:cNvPr id="70" name="Google Shape;70;p12"/>
          <p:cNvSpPr txBox="1"/>
          <p:nvPr>
            <p:ph idx="3" type="body"/>
          </p:nvPr>
        </p:nvSpPr>
        <p:spPr>
          <a:xfrm>
            <a:off x="5910698" y="4638278"/>
            <a:ext cx="2994600" cy="273900"/>
          </a:xfrm>
          <a:prstGeom prst="rect">
            <a:avLst/>
          </a:prstGeom>
          <a:noFill/>
          <a:ln>
            <a:noFill/>
          </a:ln>
        </p:spPr>
        <p:txBody>
          <a:bodyPr anchorCtr="0" anchor="t" bIns="34275" lIns="67500" spcFirstLastPara="1" rIns="68575" wrap="square" tIns="34275">
            <a:normAutofit/>
          </a:bodyPr>
          <a:lstStyle>
            <a:lvl1pPr indent="-228600" lvl="0" marL="457200" algn="r">
              <a:lnSpc>
                <a:spcPct val="90000"/>
              </a:lnSpc>
              <a:spcBef>
                <a:spcPts val="800"/>
              </a:spcBef>
              <a:spcAft>
                <a:spcPts val="0"/>
              </a:spcAft>
              <a:buClr>
                <a:schemeClr val="dk1"/>
              </a:buClr>
              <a:buSzPts val="800"/>
              <a:buNone/>
              <a:defRPr b="0" i="0" sz="800">
                <a:latin typeface="Helvetica Neue"/>
                <a:ea typeface="Helvetica Neue"/>
                <a:cs typeface="Helvetica Neue"/>
                <a:sym typeface="Helvetica Neue"/>
              </a:defRPr>
            </a:lvl1pPr>
            <a:lvl2pPr indent="-228600" lvl="1" marL="914400" algn="l">
              <a:lnSpc>
                <a:spcPct val="90000"/>
              </a:lnSpc>
              <a:spcBef>
                <a:spcPts val="400"/>
              </a:spcBef>
              <a:spcAft>
                <a:spcPts val="0"/>
              </a:spcAft>
              <a:buClr>
                <a:schemeClr val="dk1"/>
              </a:buClr>
              <a:buSzPts val="700"/>
              <a:buNone/>
              <a:defRPr sz="700"/>
            </a:lvl2pPr>
            <a:lvl3pPr indent="-273050" lvl="2" marL="1371600" algn="l">
              <a:lnSpc>
                <a:spcPct val="90000"/>
              </a:lnSpc>
              <a:spcBef>
                <a:spcPts val="400"/>
              </a:spcBef>
              <a:spcAft>
                <a:spcPts val="0"/>
              </a:spcAft>
              <a:buClr>
                <a:schemeClr val="dk1"/>
              </a:buClr>
              <a:buSzPts val="700"/>
              <a:buChar char="•"/>
              <a:defRPr sz="700"/>
            </a:lvl3pPr>
            <a:lvl4pPr indent="-273050" lvl="3" marL="1828800" algn="l">
              <a:lnSpc>
                <a:spcPct val="90000"/>
              </a:lnSpc>
              <a:spcBef>
                <a:spcPts val="400"/>
              </a:spcBef>
              <a:spcAft>
                <a:spcPts val="0"/>
              </a:spcAft>
              <a:buClr>
                <a:schemeClr val="dk1"/>
              </a:buClr>
              <a:buSzPts val="700"/>
              <a:buChar char="•"/>
              <a:defRPr sz="700"/>
            </a:lvl4pPr>
            <a:lvl5pPr indent="-273050" lvl="4" marL="2286000" algn="l">
              <a:lnSpc>
                <a:spcPct val="90000"/>
              </a:lnSpc>
              <a:spcBef>
                <a:spcPts val="400"/>
              </a:spcBef>
              <a:spcAft>
                <a:spcPts val="0"/>
              </a:spcAft>
              <a:buClr>
                <a:schemeClr val="dk1"/>
              </a:buClr>
              <a:buSzPts val="700"/>
              <a:buChar char="•"/>
              <a:defRPr sz="7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ekst venstre og bilde høyre">
  <p:cSld name="1_Tekst venstre og bilde høyre">
    <p:bg>
      <p:bgPr>
        <a:solidFill>
          <a:srgbClr val="F8EDDD"/>
        </a:solidFill>
      </p:bgPr>
    </p:bg>
    <p:spTree>
      <p:nvGrpSpPr>
        <p:cNvPr id="71" name="Shape 71"/>
        <p:cNvGrpSpPr/>
        <p:nvPr/>
      </p:nvGrpSpPr>
      <p:grpSpPr>
        <a:xfrm>
          <a:off x="0" y="0"/>
          <a:ext cx="0" cy="0"/>
          <a:chOff x="0" y="0"/>
          <a:chExt cx="0" cy="0"/>
        </a:xfrm>
      </p:grpSpPr>
      <p:sp>
        <p:nvSpPr>
          <p:cNvPr id="72" name="Google Shape;72;p13"/>
          <p:cNvSpPr txBox="1"/>
          <p:nvPr>
            <p:ph type="title"/>
          </p:nvPr>
        </p:nvSpPr>
        <p:spPr>
          <a:xfrm>
            <a:off x="454715" y="273844"/>
            <a:ext cx="3891300" cy="9561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C8102E"/>
              </a:buClr>
              <a:buSzPts val="2400"/>
              <a:buFont typeface="Arial"/>
              <a:buNone/>
              <a:defRPr b="1"/>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3" name="Google Shape;73;p13"/>
          <p:cNvSpPr txBox="1"/>
          <p:nvPr>
            <p:ph idx="1" type="body"/>
          </p:nvPr>
        </p:nvSpPr>
        <p:spPr>
          <a:xfrm>
            <a:off x="454715" y="1412421"/>
            <a:ext cx="3891300" cy="3036600"/>
          </a:xfrm>
          <a:prstGeom prst="rect">
            <a:avLst/>
          </a:prstGeom>
          <a:noFill/>
          <a:ln>
            <a:noFill/>
          </a:ln>
        </p:spPr>
        <p:txBody>
          <a:bodyPr anchorCtr="0" anchor="t" bIns="34275" lIns="67500" spcFirstLastPara="1" rIns="68575" wrap="square" tIns="34275">
            <a:normAutofit/>
          </a:bodyPr>
          <a:lstStyle>
            <a:lvl1pPr indent="-228600" lvl="0" marL="457200" algn="l">
              <a:lnSpc>
                <a:spcPct val="90000"/>
              </a:lnSpc>
              <a:spcBef>
                <a:spcPts val="800"/>
              </a:spcBef>
              <a:spcAft>
                <a:spcPts val="0"/>
              </a:spcAft>
              <a:buClr>
                <a:srgbClr val="000000"/>
              </a:buClr>
              <a:buSzPts val="1800"/>
              <a:buNone/>
              <a:defRPr b="0" sz="1800">
                <a:solidFill>
                  <a:srgbClr val="000000"/>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descr="1. Klikk på ikonet over2. Velg bildet du ønsker å sette inn3. Bruk ‘bildeverktøy’ –&gt; ‘beskjær’ for å endre bildeutsnittHer kan du velge utsnitt ved å dra i de hvite kulene i hjørnet. (Hold Shift inne for å bevare forholdet mellom sidene.)&#10;" id="74" name="Google Shape;74;p13"/>
          <p:cNvSpPr/>
          <p:nvPr>
            <p:ph idx="2" type="pic"/>
          </p:nvPr>
        </p:nvSpPr>
        <p:spPr>
          <a:xfrm>
            <a:off x="4710070" y="-9268"/>
            <a:ext cx="4430400" cy="4449000"/>
          </a:xfrm>
          <a:prstGeom prst="rect">
            <a:avLst/>
          </a:prstGeom>
          <a:noFill/>
          <a:ln>
            <a:noFill/>
          </a:ln>
        </p:spPr>
      </p:sp>
      <p:sp>
        <p:nvSpPr>
          <p:cNvPr id="75" name="Google Shape;75;p13"/>
          <p:cNvSpPr txBox="1"/>
          <p:nvPr>
            <p:ph idx="3" type="body"/>
          </p:nvPr>
        </p:nvSpPr>
        <p:spPr>
          <a:xfrm>
            <a:off x="5910698" y="4638278"/>
            <a:ext cx="2994600" cy="273900"/>
          </a:xfrm>
          <a:prstGeom prst="rect">
            <a:avLst/>
          </a:prstGeom>
          <a:noFill/>
          <a:ln>
            <a:noFill/>
          </a:ln>
        </p:spPr>
        <p:txBody>
          <a:bodyPr anchorCtr="0" anchor="t" bIns="34275" lIns="67500" spcFirstLastPara="1" rIns="68575" wrap="square" tIns="34275">
            <a:normAutofit/>
          </a:bodyPr>
          <a:lstStyle>
            <a:lvl1pPr indent="-228600" lvl="0" marL="457200" algn="r">
              <a:lnSpc>
                <a:spcPct val="90000"/>
              </a:lnSpc>
              <a:spcBef>
                <a:spcPts val="800"/>
              </a:spcBef>
              <a:spcAft>
                <a:spcPts val="0"/>
              </a:spcAft>
              <a:buClr>
                <a:schemeClr val="dk1"/>
              </a:buClr>
              <a:buSzPts val="800"/>
              <a:buNone/>
              <a:defRPr b="0" i="0" sz="800">
                <a:latin typeface="Helvetica Neue"/>
                <a:ea typeface="Helvetica Neue"/>
                <a:cs typeface="Helvetica Neue"/>
                <a:sym typeface="Helvetica Neue"/>
              </a:defRPr>
            </a:lvl1pPr>
            <a:lvl2pPr indent="-228600" lvl="1" marL="914400" algn="l">
              <a:lnSpc>
                <a:spcPct val="90000"/>
              </a:lnSpc>
              <a:spcBef>
                <a:spcPts val="400"/>
              </a:spcBef>
              <a:spcAft>
                <a:spcPts val="0"/>
              </a:spcAft>
              <a:buClr>
                <a:schemeClr val="dk1"/>
              </a:buClr>
              <a:buSzPts val="700"/>
              <a:buNone/>
              <a:defRPr sz="700"/>
            </a:lvl2pPr>
            <a:lvl3pPr indent="-273050" lvl="2" marL="1371600" algn="l">
              <a:lnSpc>
                <a:spcPct val="90000"/>
              </a:lnSpc>
              <a:spcBef>
                <a:spcPts val="400"/>
              </a:spcBef>
              <a:spcAft>
                <a:spcPts val="0"/>
              </a:spcAft>
              <a:buClr>
                <a:schemeClr val="dk1"/>
              </a:buClr>
              <a:buSzPts val="700"/>
              <a:buChar char="•"/>
              <a:defRPr sz="700"/>
            </a:lvl3pPr>
            <a:lvl4pPr indent="-273050" lvl="3" marL="1828800" algn="l">
              <a:lnSpc>
                <a:spcPct val="90000"/>
              </a:lnSpc>
              <a:spcBef>
                <a:spcPts val="400"/>
              </a:spcBef>
              <a:spcAft>
                <a:spcPts val="0"/>
              </a:spcAft>
              <a:buClr>
                <a:schemeClr val="dk1"/>
              </a:buClr>
              <a:buSzPts val="700"/>
              <a:buChar char="•"/>
              <a:defRPr sz="700"/>
            </a:lvl4pPr>
            <a:lvl5pPr indent="-273050" lvl="4" marL="2286000" algn="l">
              <a:lnSpc>
                <a:spcPct val="90000"/>
              </a:lnSpc>
              <a:spcBef>
                <a:spcPts val="400"/>
              </a:spcBef>
              <a:spcAft>
                <a:spcPts val="0"/>
              </a:spcAft>
              <a:buClr>
                <a:schemeClr val="dk1"/>
              </a:buClr>
              <a:buSzPts val="700"/>
              <a:buChar char="•"/>
              <a:defRPr sz="7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ekst venstre og bilde høyre">
  <p:cSld name="2_Tekst venstre og bilde høyre">
    <p:bg>
      <p:bgPr>
        <a:solidFill>
          <a:srgbClr val="FEE7E8"/>
        </a:solidFill>
      </p:bgPr>
    </p:bg>
    <p:spTree>
      <p:nvGrpSpPr>
        <p:cNvPr id="76" name="Shape 76"/>
        <p:cNvGrpSpPr/>
        <p:nvPr/>
      </p:nvGrpSpPr>
      <p:grpSpPr>
        <a:xfrm>
          <a:off x="0" y="0"/>
          <a:ext cx="0" cy="0"/>
          <a:chOff x="0" y="0"/>
          <a:chExt cx="0" cy="0"/>
        </a:xfrm>
      </p:grpSpPr>
      <p:sp>
        <p:nvSpPr>
          <p:cNvPr id="77" name="Google Shape;77;p14"/>
          <p:cNvSpPr txBox="1"/>
          <p:nvPr>
            <p:ph type="title"/>
          </p:nvPr>
        </p:nvSpPr>
        <p:spPr>
          <a:xfrm>
            <a:off x="454715" y="273844"/>
            <a:ext cx="3891300" cy="9561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C8102E"/>
              </a:buClr>
              <a:buSzPts val="2400"/>
              <a:buFont typeface="Arial"/>
              <a:buNone/>
              <a:defRPr b="1"/>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8" name="Google Shape;78;p14"/>
          <p:cNvSpPr txBox="1"/>
          <p:nvPr>
            <p:ph idx="1" type="body"/>
          </p:nvPr>
        </p:nvSpPr>
        <p:spPr>
          <a:xfrm>
            <a:off x="454715" y="1412421"/>
            <a:ext cx="3891300" cy="3036600"/>
          </a:xfrm>
          <a:prstGeom prst="rect">
            <a:avLst/>
          </a:prstGeom>
          <a:noFill/>
          <a:ln>
            <a:noFill/>
          </a:ln>
        </p:spPr>
        <p:txBody>
          <a:bodyPr anchorCtr="0" anchor="t" bIns="34275" lIns="67500" spcFirstLastPara="1" rIns="68575" wrap="square" tIns="34275">
            <a:normAutofit/>
          </a:bodyPr>
          <a:lstStyle>
            <a:lvl1pPr indent="-228600" lvl="0" marL="457200" algn="l">
              <a:lnSpc>
                <a:spcPct val="90000"/>
              </a:lnSpc>
              <a:spcBef>
                <a:spcPts val="800"/>
              </a:spcBef>
              <a:spcAft>
                <a:spcPts val="0"/>
              </a:spcAft>
              <a:buClr>
                <a:srgbClr val="000000"/>
              </a:buClr>
              <a:buSzPts val="1800"/>
              <a:buNone/>
              <a:defRPr b="0" sz="1800">
                <a:solidFill>
                  <a:srgbClr val="000000"/>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descr="1. Klikk på ikonet over2. Velg bildet du ønsker å sette inn3. Bruk ‘bildeverktøy’ –&gt; ‘beskjær’ for å endre bildeutsnittHer kan du velge utsnitt ved å dra i de hvite kulene i hjørnet. (Hold Shift inne for å bevare forholdet mellom sidene.)&#10;" id="79" name="Google Shape;79;p14"/>
          <p:cNvSpPr/>
          <p:nvPr>
            <p:ph idx="2" type="pic"/>
          </p:nvPr>
        </p:nvSpPr>
        <p:spPr>
          <a:xfrm>
            <a:off x="4710070" y="-9268"/>
            <a:ext cx="4430400" cy="4449000"/>
          </a:xfrm>
          <a:prstGeom prst="rect">
            <a:avLst/>
          </a:prstGeom>
          <a:noFill/>
          <a:ln>
            <a:noFill/>
          </a:ln>
        </p:spPr>
      </p:sp>
      <p:sp>
        <p:nvSpPr>
          <p:cNvPr id="80" name="Google Shape;80;p14"/>
          <p:cNvSpPr txBox="1"/>
          <p:nvPr>
            <p:ph idx="3" type="body"/>
          </p:nvPr>
        </p:nvSpPr>
        <p:spPr>
          <a:xfrm>
            <a:off x="5910698" y="4638278"/>
            <a:ext cx="2994600" cy="273900"/>
          </a:xfrm>
          <a:prstGeom prst="rect">
            <a:avLst/>
          </a:prstGeom>
          <a:noFill/>
          <a:ln>
            <a:noFill/>
          </a:ln>
        </p:spPr>
        <p:txBody>
          <a:bodyPr anchorCtr="0" anchor="t" bIns="34275" lIns="67500" spcFirstLastPara="1" rIns="68575" wrap="square" tIns="34275">
            <a:normAutofit/>
          </a:bodyPr>
          <a:lstStyle>
            <a:lvl1pPr indent="-228600" lvl="0" marL="457200" algn="r">
              <a:lnSpc>
                <a:spcPct val="90000"/>
              </a:lnSpc>
              <a:spcBef>
                <a:spcPts val="800"/>
              </a:spcBef>
              <a:spcAft>
                <a:spcPts val="0"/>
              </a:spcAft>
              <a:buClr>
                <a:schemeClr val="dk1"/>
              </a:buClr>
              <a:buSzPts val="800"/>
              <a:buNone/>
              <a:defRPr b="0" i="0" sz="800">
                <a:latin typeface="Helvetica Neue"/>
                <a:ea typeface="Helvetica Neue"/>
                <a:cs typeface="Helvetica Neue"/>
                <a:sym typeface="Helvetica Neue"/>
              </a:defRPr>
            </a:lvl1pPr>
            <a:lvl2pPr indent="-228600" lvl="1" marL="914400" algn="l">
              <a:lnSpc>
                <a:spcPct val="90000"/>
              </a:lnSpc>
              <a:spcBef>
                <a:spcPts val="400"/>
              </a:spcBef>
              <a:spcAft>
                <a:spcPts val="0"/>
              </a:spcAft>
              <a:buClr>
                <a:schemeClr val="dk1"/>
              </a:buClr>
              <a:buSzPts val="700"/>
              <a:buNone/>
              <a:defRPr sz="700"/>
            </a:lvl2pPr>
            <a:lvl3pPr indent="-273050" lvl="2" marL="1371600" algn="l">
              <a:lnSpc>
                <a:spcPct val="90000"/>
              </a:lnSpc>
              <a:spcBef>
                <a:spcPts val="400"/>
              </a:spcBef>
              <a:spcAft>
                <a:spcPts val="0"/>
              </a:spcAft>
              <a:buClr>
                <a:schemeClr val="dk1"/>
              </a:buClr>
              <a:buSzPts val="700"/>
              <a:buChar char="•"/>
              <a:defRPr sz="700"/>
            </a:lvl3pPr>
            <a:lvl4pPr indent="-273050" lvl="3" marL="1828800" algn="l">
              <a:lnSpc>
                <a:spcPct val="90000"/>
              </a:lnSpc>
              <a:spcBef>
                <a:spcPts val="400"/>
              </a:spcBef>
              <a:spcAft>
                <a:spcPts val="0"/>
              </a:spcAft>
              <a:buClr>
                <a:schemeClr val="dk1"/>
              </a:buClr>
              <a:buSzPts val="700"/>
              <a:buChar char="•"/>
              <a:defRPr sz="700"/>
            </a:lvl4pPr>
            <a:lvl5pPr indent="-273050" lvl="4" marL="2286000" algn="l">
              <a:lnSpc>
                <a:spcPct val="90000"/>
              </a:lnSpc>
              <a:spcBef>
                <a:spcPts val="400"/>
              </a:spcBef>
              <a:spcAft>
                <a:spcPts val="0"/>
              </a:spcAft>
              <a:buClr>
                <a:schemeClr val="dk1"/>
              </a:buClr>
              <a:buSzPts val="700"/>
              <a:buChar char="•"/>
              <a:defRPr sz="7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ekst venstre og bilde høyre">
  <p:cSld name="3_Tekst venstre og bilde høyre">
    <p:bg>
      <p:bgPr>
        <a:solidFill>
          <a:srgbClr val="E1EEFA"/>
        </a:solidFill>
      </p:bgPr>
    </p:bg>
    <p:spTree>
      <p:nvGrpSpPr>
        <p:cNvPr id="81" name="Shape 81"/>
        <p:cNvGrpSpPr/>
        <p:nvPr/>
      </p:nvGrpSpPr>
      <p:grpSpPr>
        <a:xfrm>
          <a:off x="0" y="0"/>
          <a:ext cx="0" cy="0"/>
          <a:chOff x="0" y="0"/>
          <a:chExt cx="0" cy="0"/>
        </a:xfrm>
      </p:grpSpPr>
      <p:sp>
        <p:nvSpPr>
          <p:cNvPr id="82" name="Google Shape;82;p15"/>
          <p:cNvSpPr txBox="1"/>
          <p:nvPr>
            <p:ph type="title"/>
          </p:nvPr>
        </p:nvSpPr>
        <p:spPr>
          <a:xfrm>
            <a:off x="454715" y="273844"/>
            <a:ext cx="3891300" cy="9561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192343"/>
              </a:buClr>
              <a:buSzPts val="2400"/>
              <a:buFont typeface="Arial"/>
              <a:buNone/>
              <a:defRPr b="1">
                <a:solidFill>
                  <a:srgbClr val="192343"/>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3" name="Google Shape;83;p15"/>
          <p:cNvSpPr txBox="1"/>
          <p:nvPr>
            <p:ph idx="1" type="body"/>
          </p:nvPr>
        </p:nvSpPr>
        <p:spPr>
          <a:xfrm>
            <a:off x="454715" y="1412421"/>
            <a:ext cx="3891300" cy="3036600"/>
          </a:xfrm>
          <a:prstGeom prst="rect">
            <a:avLst/>
          </a:prstGeom>
          <a:noFill/>
          <a:ln>
            <a:noFill/>
          </a:ln>
        </p:spPr>
        <p:txBody>
          <a:bodyPr anchorCtr="0" anchor="t" bIns="34275" lIns="67500" spcFirstLastPara="1" rIns="68575" wrap="square" tIns="34275">
            <a:normAutofit/>
          </a:bodyPr>
          <a:lstStyle>
            <a:lvl1pPr indent="-228600" lvl="0" marL="457200" algn="l">
              <a:lnSpc>
                <a:spcPct val="90000"/>
              </a:lnSpc>
              <a:spcBef>
                <a:spcPts val="800"/>
              </a:spcBef>
              <a:spcAft>
                <a:spcPts val="0"/>
              </a:spcAft>
              <a:buClr>
                <a:srgbClr val="192343"/>
              </a:buClr>
              <a:buSzPts val="1800"/>
              <a:buNone/>
              <a:defRPr b="0" sz="1800">
                <a:solidFill>
                  <a:srgbClr val="192343"/>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descr="1. Klikk på ikonet over&#10;2. Velg bildet du ønsker å sette inn&#10;3. Bruk ‘bildeverktøy’ –&gt; ‘beskjær’ for å endre bildeutsnitt&#10;Her kan du velge utsnitt ved å dra i de hvite kulene i hjørnet. (Hold Shift inne for å bevare forholdet mellom sidene.)&#10;" id="84" name="Google Shape;84;p15"/>
          <p:cNvSpPr/>
          <p:nvPr>
            <p:ph idx="2" type="pic"/>
          </p:nvPr>
        </p:nvSpPr>
        <p:spPr>
          <a:xfrm>
            <a:off x="4710070" y="-9268"/>
            <a:ext cx="4430400" cy="4449000"/>
          </a:xfrm>
          <a:prstGeom prst="rect">
            <a:avLst/>
          </a:prstGeom>
          <a:noFill/>
          <a:ln>
            <a:noFill/>
          </a:ln>
        </p:spPr>
      </p:sp>
      <p:sp>
        <p:nvSpPr>
          <p:cNvPr id="85" name="Google Shape;85;p15"/>
          <p:cNvSpPr txBox="1"/>
          <p:nvPr>
            <p:ph idx="3" type="body"/>
          </p:nvPr>
        </p:nvSpPr>
        <p:spPr>
          <a:xfrm>
            <a:off x="5910698" y="4638278"/>
            <a:ext cx="2994600" cy="273900"/>
          </a:xfrm>
          <a:prstGeom prst="rect">
            <a:avLst/>
          </a:prstGeom>
          <a:noFill/>
          <a:ln>
            <a:noFill/>
          </a:ln>
        </p:spPr>
        <p:txBody>
          <a:bodyPr anchorCtr="0" anchor="t" bIns="34275" lIns="67500" spcFirstLastPara="1" rIns="68575" wrap="square" tIns="34275">
            <a:normAutofit/>
          </a:bodyPr>
          <a:lstStyle>
            <a:lvl1pPr indent="-228600" lvl="0" marL="457200" algn="r">
              <a:lnSpc>
                <a:spcPct val="90000"/>
              </a:lnSpc>
              <a:spcBef>
                <a:spcPts val="800"/>
              </a:spcBef>
              <a:spcAft>
                <a:spcPts val="0"/>
              </a:spcAft>
              <a:buClr>
                <a:srgbClr val="192343"/>
              </a:buClr>
              <a:buSzPts val="800"/>
              <a:buNone/>
              <a:defRPr b="0" i="0" sz="800">
                <a:solidFill>
                  <a:srgbClr val="192343"/>
                </a:solidFill>
                <a:latin typeface="Helvetica Neue"/>
                <a:ea typeface="Helvetica Neue"/>
                <a:cs typeface="Helvetica Neue"/>
                <a:sym typeface="Helvetica Neue"/>
              </a:defRPr>
            </a:lvl1pPr>
            <a:lvl2pPr indent="-228600" lvl="1" marL="914400" algn="l">
              <a:lnSpc>
                <a:spcPct val="90000"/>
              </a:lnSpc>
              <a:spcBef>
                <a:spcPts val="400"/>
              </a:spcBef>
              <a:spcAft>
                <a:spcPts val="0"/>
              </a:spcAft>
              <a:buClr>
                <a:schemeClr val="dk1"/>
              </a:buClr>
              <a:buSzPts val="700"/>
              <a:buNone/>
              <a:defRPr sz="700"/>
            </a:lvl2pPr>
            <a:lvl3pPr indent="-273050" lvl="2" marL="1371600" algn="l">
              <a:lnSpc>
                <a:spcPct val="90000"/>
              </a:lnSpc>
              <a:spcBef>
                <a:spcPts val="400"/>
              </a:spcBef>
              <a:spcAft>
                <a:spcPts val="0"/>
              </a:spcAft>
              <a:buClr>
                <a:schemeClr val="dk1"/>
              </a:buClr>
              <a:buSzPts val="700"/>
              <a:buChar char="•"/>
              <a:defRPr sz="700"/>
            </a:lvl3pPr>
            <a:lvl4pPr indent="-273050" lvl="3" marL="1828800" algn="l">
              <a:lnSpc>
                <a:spcPct val="90000"/>
              </a:lnSpc>
              <a:spcBef>
                <a:spcPts val="400"/>
              </a:spcBef>
              <a:spcAft>
                <a:spcPts val="0"/>
              </a:spcAft>
              <a:buClr>
                <a:schemeClr val="dk1"/>
              </a:buClr>
              <a:buSzPts val="700"/>
              <a:buChar char="•"/>
              <a:defRPr sz="700"/>
            </a:lvl4pPr>
            <a:lvl5pPr indent="-273050" lvl="4" marL="2286000" algn="l">
              <a:lnSpc>
                <a:spcPct val="90000"/>
              </a:lnSpc>
              <a:spcBef>
                <a:spcPts val="400"/>
              </a:spcBef>
              <a:spcAft>
                <a:spcPts val="0"/>
              </a:spcAft>
              <a:buClr>
                <a:schemeClr val="dk1"/>
              </a:buClr>
              <a:buSzPts val="700"/>
              <a:buChar char="•"/>
              <a:defRPr sz="7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kst venstre og bilde høyre">
  <p:cSld name="4_Tekst venstre og bilde høyre">
    <p:bg>
      <p:bgPr>
        <a:solidFill>
          <a:srgbClr val="E6F0E6"/>
        </a:solidFill>
      </p:bgPr>
    </p:bg>
    <p:spTree>
      <p:nvGrpSpPr>
        <p:cNvPr id="86" name="Shape 86"/>
        <p:cNvGrpSpPr/>
        <p:nvPr/>
      </p:nvGrpSpPr>
      <p:grpSpPr>
        <a:xfrm>
          <a:off x="0" y="0"/>
          <a:ext cx="0" cy="0"/>
          <a:chOff x="0" y="0"/>
          <a:chExt cx="0" cy="0"/>
        </a:xfrm>
      </p:grpSpPr>
      <p:sp>
        <p:nvSpPr>
          <p:cNvPr id="87" name="Google Shape;87;p16"/>
          <p:cNvSpPr txBox="1"/>
          <p:nvPr>
            <p:ph type="title"/>
          </p:nvPr>
        </p:nvSpPr>
        <p:spPr>
          <a:xfrm>
            <a:off x="454715" y="273844"/>
            <a:ext cx="3891300" cy="9561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03591D"/>
              </a:buClr>
              <a:buSzPts val="2400"/>
              <a:buFont typeface="Arial"/>
              <a:buNone/>
              <a:defRPr b="1">
                <a:solidFill>
                  <a:srgbClr val="03591D"/>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8" name="Google Shape;88;p16"/>
          <p:cNvSpPr txBox="1"/>
          <p:nvPr>
            <p:ph idx="1" type="body"/>
          </p:nvPr>
        </p:nvSpPr>
        <p:spPr>
          <a:xfrm>
            <a:off x="454715" y="1412421"/>
            <a:ext cx="3891300" cy="3036600"/>
          </a:xfrm>
          <a:prstGeom prst="rect">
            <a:avLst/>
          </a:prstGeom>
          <a:noFill/>
          <a:ln>
            <a:noFill/>
          </a:ln>
        </p:spPr>
        <p:txBody>
          <a:bodyPr anchorCtr="0" anchor="t" bIns="34275" lIns="67500" spcFirstLastPara="1" rIns="68575" wrap="square" tIns="34275">
            <a:normAutofit/>
          </a:bodyPr>
          <a:lstStyle>
            <a:lvl1pPr indent="-228600" lvl="0" marL="457200" algn="l">
              <a:lnSpc>
                <a:spcPct val="90000"/>
              </a:lnSpc>
              <a:spcBef>
                <a:spcPts val="800"/>
              </a:spcBef>
              <a:spcAft>
                <a:spcPts val="0"/>
              </a:spcAft>
              <a:buClr>
                <a:srgbClr val="03591D"/>
              </a:buClr>
              <a:buSzPts val="1800"/>
              <a:buNone/>
              <a:defRPr b="0" sz="1800">
                <a:solidFill>
                  <a:srgbClr val="03591D"/>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descr="1. Klikk på ikonet over2. Velg bildet du ønsker å sette inn3. Bruk ‘bildeverktøy’ –&gt; ‘beskjær’ for å endre bildeutsnittHer kan du velge utsnitt ved å dra i de hvite kulene i hjørnet. (Hold Shift inne for å bevare forholdet mellom sidene.)&#10;" id="89" name="Google Shape;89;p16"/>
          <p:cNvSpPr/>
          <p:nvPr>
            <p:ph idx="2" type="pic"/>
          </p:nvPr>
        </p:nvSpPr>
        <p:spPr>
          <a:xfrm>
            <a:off x="4710070" y="-9268"/>
            <a:ext cx="4430400" cy="4449000"/>
          </a:xfrm>
          <a:prstGeom prst="rect">
            <a:avLst/>
          </a:prstGeom>
          <a:noFill/>
          <a:ln>
            <a:noFill/>
          </a:ln>
        </p:spPr>
      </p:sp>
      <p:sp>
        <p:nvSpPr>
          <p:cNvPr id="90" name="Google Shape;90;p16"/>
          <p:cNvSpPr txBox="1"/>
          <p:nvPr>
            <p:ph idx="3" type="body"/>
          </p:nvPr>
        </p:nvSpPr>
        <p:spPr>
          <a:xfrm>
            <a:off x="5910698" y="4638278"/>
            <a:ext cx="2994600" cy="273900"/>
          </a:xfrm>
          <a:prstGeom prst="rect">
            <a:avLst/>
          </a:prstGeom>
          <a:noFill/>
          <a:ln>
            <a:noFill/>
          </a:ln>
        </p:spPr>
        <p:txBody>
          <a:bodyPr anchorCtr="0" anchor="t" bIns="34275" lIns="67500" spcFirstLastPara="1" rIns="68575" wrap="square" tIns="34275">
            <a:normAutofit/>
          </a:bodyPr>
          <a:lstStyle>
            <a:lvl1pPr indent="-228600" lvl="0" marL="457200" algn="r">
              <a:lnSpc>
                <a:spcPct val="90000"/>
              </a:lnSpc>
              <a:spcBef>
                <a:spcPts val="800"/>
              </a:spcBef>
              <a:spcAft>
                <a:spcPts val="0"/>
              </a:spcAft>
              <a:buClr>
                <a:srgbClr val="192343"/>
              </a:buClr>
              <a:buSzPts val="800"/>
              <a:buNone/>
              <a:defRPr b="0" i="0" sz="800">
                <a:solidFill>
                  <a:srgbClr val="192343"/>
                </a:solidFill>
                <a:latin typeface="Helvetica Neue"/>
                <a:ea typeface="Helvetica Neue"/>
                <a:cs typeface="Helvetica Neue"/>
                <a:sym typeface="Helvetica Neue"/>
              </a:defRPr>
            </a:lvl1pPr>
            <a:lvl2pPr indent="-228600" lvl="1" marL="914400" algn="l">
              <a:lnSpc>
                <a:spcPct val="90000"/>
              </a:lnSpc>
              <a:spcBef>
                <a:spcPts val="400"/>
              </a:spcBef>
              <a:spcAft>
                <a:spcPts val="0"/>
              </a:spcAft>
              <a:buClr>
                <a:schemeClr val="dk1"/>
              </a:buClr>
              <a:buSzPts val="700"/>
              <a:buNone/>
              <a:defRPr sz="700"/>
            </a:lvl2pPr>
            <a:lvl3pPr indent="-273050" lvl="2" marL="1371600" algn="l">
              <a:lnSpc>
                <a:spcPct val="90000"/>
              </a:lnSpc>
              <a:spcBef>
                <a:spcPts val="400"/>
              </a:spcBef>
              <a:spcAft>
                <a:spcPts val="0"/>
              </a:spcAft>
              <a:buClr>
                <a:schemeClr val="dk1"/>
              </a:buClr>
              <a:buSzPts val="700"/>
              <a:buChar char="•"/>
              <a:defRPr sz="700"/>
            </a:lvl3pPr>
            <a:lvl4pPr indent="-273050" lvl="3" marL="1828800" algn="l">
              <a:lnSpc>
                <a:spcPct val="90000"/>
              </a:lnSpc>
              <a:spcBef>
                <a:spcPts val="400"/>
              </a:spcBef>
              <a:spcAft>
                <a:spcPts val="0"/>
              </a:spcAft>
              <a:buClr>
                <a:schemeClr val="dk1"/>
              </a:buClr>
              <a:buSzPts val="700"/>
              <a:buChar char="•"/>
              <a:defRPr sz="700"/>
            </a:lvl4pPr>
            <a:lvl5pPr indent="-273050" lvl="4" marL="2286000" algn="l">
              <a:lnSpc>
                <a:spcPct val="90000"/>
              </a:lnSpc>
              <a:spcBef>
                <a:spcPts val="400"/>
              </a:spcBef>
              <a:spcAft>
                <a:spcPts val="0"/>
              </a:spcAft>
              <a:buClr>
                <a:schemeClr val="dk1"/>
              </a:buClr>
              <a:buSzPts val="700"/>
              <a:buChar char="•"/>
              <a:defRPr sz="7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skjermbilde">
  <p:cSld name="Fullskjermbilde">
    <p:spTree>
      <p:nvGrpSpPr>
        <p:cNvPr id="91" name="Shape 91"/>
        <p:cNvGrpSpPr/>
        <p:nvPr/>
      </p:nvGrpSpPr>
      <p:grpSpPr>
        <a:xfrm>
          <a:off x="0" y="0"/>
          <a:ext cx="0" cy="0"/>
          <a:chOff x="0" y="0"/>
          <a:chExt cx="0" cy="0"/>
        </a:xfrm>
      </p:grpSpPr>
      <p:sp>
        <p:nvSpPr>
          <p:cNvPr descr="1. plasser et bilde i rammen&#10;2. plasser lengst bak&#10;" id="92" name="Google Shape;92;p17"/>
          <p:cNvSpPr/>
          <p:nvPr>
            <p:ph idx="2" type="pic"/>
          </p:nvPr>
        </p:nvSpPr>
        <p:spPr>
          <a:xfrm>
            <a:off x="225910" y="-19050"/>
            <a:ext cx="8949600" cy="4449000"/>
          </a:xfrm>
          <a:prstGeom prst="rect">
            <a:avLst/>
          </a:prstGeom>
          <a:solidFill>
            <a:schemeClr val="lt1"/>
          </a:solidFill>
          <a:ln>
            <a:noFill/>
          </a:ln>
        </p:spPr>
      </p:sp>
      <p:sp>
        <p:nvSpPr>
          <p:cNvPr id="93" name="Google Shape;93;p17"/>
          <p:cNvSpPr txBox="1"/>
          <p:nvPr>
            <p:ph type="title"/>
          </p:nvPr>
        </p:nvSpPr>
        <p:spPr>
          <a:xfrm>
            <a:off x="628650" y="593297"/>
            <a:ext cx="7886700" cy="9942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rgbClr val="000000"/>
              </a:buClr>
              <a:buSzPts val="3600"/>
              <a:buFont typeface="Arial"/>
              <a:buNone/>
              <a:defRPr sz="3600">
                <a:solidFill>
                  <a:srgbClr val="000000"/>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4" name="Google Shape;94;p17"/>
          <p:cNvSpPr txBox="1"/>
          <p:nvPr>
            <p:ph idx="1" type="body"/>
          </p:nvPr>
        </p:nvSpPr>
        <p:spPr>
          <a:xfrm>
            <a:off x="5518298" y="4777979"/>
            <a:ext cx="2406300" cy="273900"/>
          </a:xfrm>
          <a:prstGeom prst="rect">
            <a:avLst/>
          </a:prstGeom>
          <a:noFill/>
          <a:ln>
            <a:noFill/>
          </a:ln>
        </p:spPr>
        <p:txBody>
          <a:bodyPr anchorCtr="0" anchor="t" bIns="34275" lIns="67500" spcFirstLastPara="1" rIns="68575" wrap="square" tIns="34275">
            <a:normAutofit/>
          </a:bodyPr>
          <a:lstStyle>
            <a:lvl1pPr indent="-228600" lvl="0" marL="457200" algn="r">
              <a:lnSpc>
                <a:spcPct val="90000"/>
              </a:lnSpc>
              <a:spcBef>
                <a:spcPts val="800"/>
              </a:spcBef>
              <a:spcAft>
                <a:spcPts val="0"/>
              </a:spcAft>
              <a:buClr>
                <a:schemeClr val="dk1"/>
              </a:buClr>
              <a:buSzPts val="800"/>
              <a:buNone/>
              <a:defRPr b="0" i="0" sz="800">
                <a:latin typeface="Helvetica Neue"/>
                <a:ea typeface="Helvetica Neue"/>
                <a:cs typeface="Helvetica Neue"/>
                <a:sym typeface="Helvetica Neue"/>
              </a:defRPr>
            </a:lvl1pPr>
            <a:lvl2pPr indent="-228600" lvl="1" marL="914400" algn="l">
              <a:lnSpc>
                <a:spcPct val="90000"/>
              </a:lnSpc>
              <a:spcBef>
                <a:spcPts val="400"/>
              </a:spcBef>
              <a:spcAft>
                <a:spcPts val="0"/>
              </a:spcAft>
              <a:buClr>
                <a:schemeClr val="dk1"/>
              </a:buClr>
              <a:buSzPts val="700"/>
              <a:buNone/>
              <a:defRPr sz="700"/>
            </a:lvl2pPr>
            <a:lvl3pPr indent="-273050" lvl="2" marL="1371600" algn="l">
              <a:lnSpc>
                <a:spcPct val="90000"/>
              </a:lnSpc>
              <a:spcBef>
                <a:spcPts val="400"/>
              </a:spcBef>
              <a:spcAft>
                <a:spcPts val="0"/>
              </a:spcAft>
              <a:buClr>
                <a:schemeClr val="dk1"/>
              </a:buClr>
              <a:buSzPts val="700"/>
              <a:buChar char="•"/>
              <a:defRPr sz="700"/>
            </a:lvl3pPr>
            <a:lvl4pPr indent="-273050" lvl="3" marL="1828800" algn="l">
              <a:lnSpc>
                <a:spcPct val="90000"/>
              </a:lnSpc>
              <a:spcBef>
                <a:spcPts val="400"/>
              </a:spcBef>
              <a:spcAft>
                <a:spcPts val="0"/>
              </a:spcAft>
              <a:buClr>
                <a:schemeClr val="dk1"/>
              </a:buClr>
              <a:buSzPts val="700"/>
              <a:buChar char="•"/>
              <a:defRPr sz="700"/>
            </a:lvl4pPr>
            <a:lvl5pPr indent="-273050" lvl="4" marL="2286000" algn="l">
              <a:lnSpc>
                <a:spcPct val="90000"/>
              </a:lnSpc>
              <a:spcBef>
                <a:spcPts val="400"/>
              </a:spcBef>
              <a:spcAft>
                <a:spcPts val="0"/>
              </a:spcAft>
              <a:buClr>
                <a:schemeClr val="dk1"/>
              </a:buClr>
              <a:buSzPts val="700"/>
              <a:buChar char="•"/>
              <a:defRPr sz="7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5" name="Google Shape;95;p17"/>
          <p:cNvSpPr txBox="1"/>
          <p:nvPr>
            <p:ph idx="12" type="sldNum"/>
          </p:nvPr>
        </p:nvSpPr>
        <p:spPr>
          <a:xfrm>
            <a:off x="8045605" y="4777978"/>
            <a:ext cx="971700" cy="2739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no"/>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Fullskjermbilde">
  <p:cSld name="1_Fullskjermbilde">
    <p:bg>
      <p:bgPr>
        <a:solidFill>
          <a:srgbClr val="C8102E"/>
        </a:solidFill>
      </p:bgPr>
    </p:bg>
    <p:spTree>
      <p:nvGrpSpPr>
        <p:cNvPr id="96" name="Shape 96"/>
        <p:cNvGrpSpPr/>
        <p:nvPr/>
      </p:nvGrpSpPr>
      <p:grpSpPr>
        <a:xfrm>
          <a:off x="0" y="0"/>
          <a:ext cx="0" cy="0"/>
          <a:chOff x="0" y="0"/>
          <a:chExt cx="0" cy="0"/>
        </a:xfrm>
      </p:grpSpPr>
      <p:sp>
        <p:nvSpPr>
          <p:cNvPr descr="1. plasser et bilde i rammen&#10;2. plasser lengst bak" id="97" name="Google Shape;97;p18"/>
          <p:cNvSpPr/>
          <p:nvPr>
            <p:ph idx="2" type="pic"/>
          </p:nvPr>
        </p:nvSpPr>
        <p:spPr>
          <a:xfrm>
            <a:off x="225653" y="-18535"/>
            <a:ext cx="8949600" cy="4449000"/>
          </a:xfrm>
          <a:prstGeom prst="rect">
            <a:avLst/>
          </a:prstGeom>
          <a:solidFill>
            <a:schemeClr val="lt1"/>
          </a:solidFill>
          <a:ln>
            <a:noFill/>
          </a:ln>
        </p:spPr>
      </p:sp>
      <p:sp>
        <p:nvSpPr>
          <p:cNvPr id="98" name="Google Shape;98;p18"/>
          <p:cNvSpPr txBox="1"/>
          <p:nvPr>
            <p:ph type="title"/>
          </p:nvPr>
        </p:nvSpPr>
        <p:spPr>
          <a:xfrm>
            <a:off x="628650" y="593297"/>
            <a:ext cx="7886700" cy="9942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rgbClr val="000000"/>
              </a:buClr>
              <a:buSzPts val="3600"/>
              <a:buFont typeface="Arial"/>
              <a:buNone/>
              <a:defRPr sz="3600">
                <a:solidFill>
                  <a:srgbClr val="000000"/>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9" name="Google Shape;99;p18"/>
          <p:cNvSpPr txBox="1"/>
          <p:nvPr>
            <p:ph idx="1" type="body"/>
          </p:nvPr>
        </p:nvSpPr>
        <p:spPr>
          <a:xfrm>
            <a:off x="5518298" y="4777979"/>
            <a:ext cx="2406300" cy="273900"/>
          </a:xfrm>
          <a:prstGeom prst="rect">
            <a:avLst/>
          </a:prstGeom>
          <a:noFill/>
          <a:ln>
            <a:noFill/>
          </a:ln>
        </p:spPr>
        <p:txBody>
          <a:bodyPr anchorCtr="0" anchor="t" bIns="34275" lIns="67500" spcFirstLastPara="1" rIns="68575" wrap="square" tIns="34275">
            <a:normAutofit/>
          </a:bodyPr>
          <a:lstStyle>
            <a:lvl1pPr indent="-228600" lvl="0" marL="457200" algn="r">
              <a:lnSpc>
                <a:spcPct val="90000"/>
              </a:lnSpc>
              <a:spcBef>
                <a:spcPts val="800"/>
              </a:spcBef>
              <a:spcAft>
                <a:spcPts val="0"/>
              </a:spcAft>
              <a:buClr>
                <a:schemeClr val="lt1"/>
              </a:buClr>
              <a:buSzPts val="800"/>
              <a:buNone/>
              <a:defRPr b="0" i="0" sz="800">
                <a:solidFill>
                  <a:schemeClr val="lt1"/>
                </a:solidFill>
                <a:latin typeface="Helvetica Neue"/>
                <a:ea typeface="Helvetica Neue"/>
                <a:cs typeface="Helvetica Neue"/>
                <a:sym typeface="Helvetica Neue"/>
              </a:defRPr>
            </a:lvl1pPr>
            <a:lvl2pPr indent="-228600" lvl="1" marL="914400" algn="l">
              <a:lnSpc>
                <a:spcPct val="90000"/>
              </a:lnSpc>
              <a:spcBef>
                <a:spcPts val="400"/>
              </a:spcBef>
              <a:spcAft>
                <a:spcPts val="0"/>
              </a:spcAft>
              <a:buClr>
                <a:schemeClr val="dk1"/>
              </a:buClr>
              <a:buSzPts val="700"/>
              <a:buNone/>
              <a:defRPr sz="700"/>
            </a:lvl2pPr>
            <a:lvl3pPr indent="-273050" lvl="2" marL="1371600" algn="l">
              <a:lnSpc>
                <a:spcPct val="90000"/>
              </a:lnSpc>
              <a:spcBef>
                <a:spcPts val="400"/>
              </a:spcBef>
              <a:spcAft>
                <a:spcPts val="0"/>
              </a:spcAft>
              <a:buClr>
                <a:schemeClr val="dk1"/>
              </a:buClr>
              <a:buSzPts val="700"/>
              <a:buChar char="•"/>
              <a:defRPr sz="700"/>
            </a:lvl3pPr>
            <a:lvl4pPr indent="-273050" lvl="3" marL="1828800" algn="l">
              <a:lnSpc>
                <a:spcPct val="90000"/>
              </a:lnSpc>
              <a:spcBef>
                <a:spcPts val="400"/>
              </a:spcBef>
              <a:spcAft>
                <a:spcPts val="0"/>
              </a:spcAft>
              <a:buClr>
                <a:schemeClr val="dk1"/>
              </a:buClr>
              <a:buSzPts val="700"/>
              <a:buChar char="•"/>
              <a:defRPr sz="700"/>
            </a:lvl4pPr>
            <a:lvl5pPr indent="-273050" lvl="4" marL="2286000" algn="l">
              <a:lnSpc>
                <a:spcPct val="90000"/>
              </a:lnSpc>
              <a:spcBef>
                <a:spcPts val="400"/>
              </a:spcBef>
              <a:spcAft>
                <a:spcPts val="0"/>
              </a:spcAft>
              <a:buClr>
                <a:schemeClr val="dk1"/>
              </a:buClr>
              <a:buSzPts val="700"/>
              <a:buChar char="•"/>
              <a:defRPr sz="7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0" name="Google Shape;100;p18"/>
          <p:cNvSpPr txBox="1"/>
          <p:nvPr>
            <p:ph idx="12" type="sldNum"/>
          </p:nvPr>
        </p:nvSpPr>
        <p:spPr>
          <a:xfrm>
            <a:off x="8045605" y="4777978"/>
            <a:ext cx="971700" cy="2739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b="0" i="0" sz="900" u="none" cap="none" strike="noStrike">
                <a:solidFill>
                  <a:schemeClr val="lt1"/>
                </a:solidFill>
                <a:latin typeface="Calibri"/>
                <a:ea typeface="Calibri"/>
                <a:cs typeface="Calibri"/>
                <a:sym typeface="Calibri"/>
              </a:defRPr>
            </a:lvl1pPr>
            <a:lvl2pPr indent="0" lvl="1" marL="0" algn="r">
              <a:spcBef>
                <a:spcPts val="0"/>
              </a:spcBef>
              <a:buNone/>
              <a:defRPr b="0" i="0" sz="900" u="none" cap="none" strike="noStrike">
                <a:solidFill>
                  <a:schemeClr val="lt1"/>
                </a:solidFill>
                <a:latin typeface="Calibri"/>
                <a:ea typeface="Calibri"/>
                <a:cs typeface="Calibri"/>
                <a:sym typeface="Calibri"/>
              </a:defRPr>
            </a:lvl2pPr>
            <a:lvl3pPr indent="0" lvl="2" marL="0" algn="r">
              <a:spcBef>
                <a:spcPts val="0"/>
              </a:spcBef>
              <a:buNone/>
              <a:defRPr b="0" i="0" sz="900" u="none" cap="none" strike="noStrike">
                <a:solidFill>
                  <a:schemeClr val="lt1"/>
                </a:solidFill>
                <a:latin typeface="Calibri"/>
                <a:ea typeface="Calibri"/>
                <a:cs typeface="Calibri"/>
                <a:sym typeface="Calibri"/>
              </a:defRPr>
            </a:lvl3pPr>
            <a:lvl4pPr indent="0" lvl="3" marL="0" algn="r">
              <a:spcBef>
                <a:spcPts val="0"/>
              </a:spcBef>
              <a:buNone/>
              <a:defRPr b="0" i="0" sz="900" u="none" cap="none" strike="noStrike">
                <a:solidFill>
                  <a:schemeClr val="lt1"/>
                </a:solidFill>
                <a:latin typeface="Calibri"/>
                <a:ea typeface="Calibri"/>
                <a:cs typeface="Calibri"/>
                <a:sym typeface="Calibri"/>
              </a:defRPr>
            </a:lvl4pPr>
            <a:lvl5pPr indent="0" lvl="4" marL="0" algn="r">
              <a:spcBef>
                <a:spcPts val="0"/>
              </a:spcBef>
              <a:buNone/>
              <a:defRPr b="0" i="0" sz="900" u="none" cap="none" strike="noStrike">
                <a:solidFill>
                  <a:schemeClr val="lt1"/>
                </a:solidFill>
                <a:latin typeface="Calibri"/>
                <a:ea typeface="Calibri"/>
                <a:cs typeface="Calibri"/>
                <a:sym typeface="Calibri"/>
              </a:defRPr>
            </a:lvl5pPr>
            <a:lvl6pPr indent="0" lvl="5" marL="0" algn="r">
              <a:spcBef>
                <a:spcPts val="0"/>
              </a:spcBef>
              <a:buNone/>
              <a:defRPr b="0" i="0" sz="900" u="none" cap="none" strike="noStrike">
                <a:solidFill>
                  <a:schemeClr val="lt1"/>
                </a:solidFill>
                <a:latin typeface="Calibri"/>
                <a:ea typeface="Calibri"/>
                <a:cs typeface="Calibri"/>
                <a:sym typeface="Calibri"/>
              </a:defRPr>
            </a:lvl6pPr>
            <a:lvl7pPr indent="0" lvl="6" marL="0" algn="r">
              <a:spcBef>
                <a:spcPts val="0"/>
              </a:spcBef>
              <a:buNone/>
              <a:defRPr b="0" i="0" sz="900" u="none" cap="none" strike="noStrike">
                <a:solidFill>
                  <a:schemeClr val="lt1"/>
                </a:solidFill>
                <a:latin typeface="Calibri"/>
                <a:ea typeface="Calibri"/>
                <a:cs typeface="Calibri"/>
                <a:sym typeface="Calibri"/>
              </a:defRPr>
            </a:lvl7pPr>
            <a:lvl8pPr indent="0" lvl="7" marL="0" algn="r">
              <a:spcBef>
                <a:spcPts val="0"/>
              </a:spcBef>
              <a:buNone/>
              <a:defRPr b="0" i="0" sz="900" u="none" cap="none" strike="noStrike">
                <a:solidFill>
                  <a:schemeClr val="lt1"/>
                </a:solidFill>
                <a:latin typeface="Calibri"/>
                <a:ea typeface="Calibri"/>
                <a:cs typeface="Calibri"/>
                <a:sym typeface="Calibri"/>
              </a:defRPr>
            </a:lvl8pPr>
            <a:lvl9pPr indent="0" lvl="8" marL="0" algn="r">
              <a:spcBef>
                <a:spcPts val="0"/>
              </a:spcBef>
              <a:buNone/>
              <a:defRPr b="0" i="0" sz="9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no"/>
              <a:t>‹#›</a:t>
            </a:fld>
            <a:endParaRPr/>
          </a:p>
        </p:txBody>
      </p:sp>
      <p:pic>
        <p:nvPicPr>
          <p:cNvPr id="101" name="Google Shape;101;p18"/>
          <p:cNvPicPr preferRelativeResize="0"/>
          <p:nvPr/>
        </p:nvPicPr>
        <p:blipFill rotWithShape="1">
          <a:blip r:embed="rId2">
            <a:alphaModFix/>
          </a:blip>
          <a:srcRect b="0" l="0" r="0" t="0"/>
          <a:stretch/>
        </p:blipFill>
        <p:spPr>
          <a:xfrm>
            <a:off x="200291" y="4731848"/>
            <a:ext cx="520166" cy="216736"/>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
  <p:cSld name="Person">
    <p:bg>
      <p:bgPr>
        <a:solidFill>
          <a:schemeClr val="lt1"/>
        </a:solidFill>
      </p:bgPr>
    </p:bg>
    <p:spTree>
      <p:nvGrpSpPr>
        <p:cNvPr id="102" name="Shape 102"/>
        <p:cNvGrpSpPr/>
        <p:nvPr/>
      </p:nvGrpSpPr>
      <p:grpSpPr>
        <a:xfrm>
          <a:off x="0" y="0"/>
          <a:ext cx="0" cy="0"/>
          <a:chOff x="0" y="0"/>
          <a:chExt cx="0" cy="0"/>
        </a:xfrm>
      </p:grpSpPr>
      <p:sp>
        <p:nvSpPr>
          <p:cNvPr id="103" name="Google Shape;103;p19"/>
          <p:cNvSpPr txBox="1"/>
          <p:nvPr>
            <p:ph type="title"/>
          </p:nvPr>
        </p:nvSpPr>
        <p:spPr>
          <a:xfrm>
            <a:off x="395411" y="975370"/>
            <a:ext cx="5782200" cy="8574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C8102E"/>
              </a:buClr>
              <a:buSzPts val="3000"/>
              <a:buFont typeface="Arial"/>
              <a:buNone/>
              <a:defRPr b="1" sz="3000">
                <a:solidFill>
                  <a:srgbClr val="C8102E"/>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4" name="Google Shape;104;p19"/>
          <p:cNvSpPr txBox="1"/>
          <p:nvPr>
            <p:ph idx="1" type="body"/>
          </p:nvPr>
        </p:nvSpPr>
        <p:spPr>
          <a:xfrm>
            <a:off x="394990" y="600625"/>
            <a:ext cx="5776800" cy="351900"/>
          </a:xfrm>
          <a:prstGeom prst="rect">
            <a:avLst/>
          </a:prstGeom>
          <a:noFill/>
          <a:ln>
            <a:noFill/>
          </a:ln>
        </p:spPr>
        <p:txBody>
          <a:bodyPr anchorCtr="0" anchor="t" bIns="34275" lIns="67500" spcFirstLastPara="1" rIns="68575" wrap="square" tIns="34275">
            <a:noAutofit/>
          </a:bodyPr>
          <a:lstStyle>
            <a:lvl1pPr indent="-228600" lvl="0" marL="457200" algn="l">
              <a:lnSpc>
                <a:spcPct val="90000"/>
              </a:lnSpc>
              <a:spcBef>
                <a:spcPts val="800"/>
              </a:spcBef>
              <a:spcAft>
                <a:spcPts val="0"/>
              </a:spcAft>
              <a:buClr>
                <a:srgbClr val="202A51"/>
              </a:buClr>
              <a:buSzPts val="2000"/>
              <a:buNone/>
              <a:defRPr b="0" sz="2000">
                <a:solidFill>
                  <a:srgbClr val="202A51"/>
                </a:solidFill>
              </a:defRPr>
            </a:lvl1pPr>
            <a:lvl2pPr indent="-228600" lvl="1" marL="914400" algn="l">
              <a:lnSpc>
                <a:spcPct val="90000"/>
              </a:lnSpc>
              <a:spcBef>
                <a:spcPts val="400"/>
              </a:spcBef>
              <a:spcAft>
                <a:spcPts val="0"/>
              </a:spcAft>
              <a:buClr>
                <a:schemeClr val="dk1"/>
              </a:buClr>
              <a:buSzPts val="2000"/>
              <a:buNone/>
              <a:defRPr sz="2000"/>
            </a:lvl2pPr>
            <a:lvl3pPr indent="-228600" lvl="2" marL="1371600" algn="l">
              <a:lnSpc>
                <a:spcPct val="90000"/>
              </a:lnSpc>
              <a:spcBef>
                <a:spcPts val="400"/>
              </a:spcBef>
              <a:spcAft>
                <a:spcPts val="0"/>
              </a:spcAft>
              <a:buClr>
                <a:schemeClr val="dk1"/>
              </a:buClr>
              <a:buSzPts val="2000"/>
              <a:buNone/>
              <a:defRPr sz="2000"/>
            </a:lvl3pPr>
            <a:lvl4pPr indent="-228600" lvl="3" marL="1828800" algn="l">
              <a:lnSpc>
                <a:spcPct val="90000"/>
              </a:lnSpc>
              <a:spcBef>
                <a:spcPts val="400"/>
              </a:spcBef>
              <a:spcAft>
                <a:spcPts val="0"/>
              </a:spcAft>
              <a:buClr>
                <a:schemeClr val="dk1"/>
              </a:buClr>
              <a:buSzPts val="2000"/>
              <a:buNone/>
              <a:defRPr sz="2000"/>
            </a:lvl4pPr>
            <a:lvl5pPr indent="-228600" lvl="4" marL="2286000" algn="l">
              <a:lnSpc>
                <a:spcPct val="90000"/>
              </a:lnSpc>
              <a:spcBef>
                <a:spcPts val="400"/>
              </a:spcBef>
              <a:spcAft>
                <a:spcPts val="0"/>
              </a:spcAft>
              <a:buClr>
                <a:schemeClr val="dk1"/>
              </a:buClr>
              <a:buSzPts val="2000"/>
              <a:buNone/>
              <a:defRPr sz="20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5" name="Google Shape;105;p19"/>
          <p:cNvSpPr txBox="1"/>
          <p:nvPr>
            <p:ph idx="2" type="body"/>
          </p:nvPr>
        </p:nvSpPr>
        <p:spPr>
          <a:xfrm>
            <a:off x="394988" y="2096122"/>
            <a:ext cx="5776800" cy="314100"/>
          </a:xfrm>
          <a:prstGeom prst="rect">
            <a:avLst/>
          </a:prstGeom>
          <a:noFill/>
          <a:ln>
            <a:noFill/>
          </a:ln>
        </p:spPr>
        <p:txBody>
          <a:bodyPr anchorCtr="0" anchor="t" bIns="34275" lIns="67500" spcFirstLastPara="1" rIns="68575" wrap="square" tIns="34275">
            <a:noAutofit/>
          </a:bodyPr>
          <a:lstStyle>
            <a:lvl1pPr indent="-228600" lvl="0" marL="457200" algn="l">
              <a:lnSpc>
                <a:spcPct val="90000"/>
              </a:lnSpc>
              <a:spcBef>
                <a:spcPts val="800"/>
              </a:spcBef>
              <a:spcAft>
                <a:spcPts val="0"/>
              </a:spcAft>
              <a:buClr>
                <a:srgbClr val="141E28"/>
              </a:buClr>
              <a:buSzPts val="1800"/>
              <a:buNone/>
              <a:defRPr b="0" sz="1800">
                <a:solidFill>
                  <a:srgbClr val="141E28"/>
                </a:solidFill>
              </a:defRPr>
            </a:lvl1pPr>
            <a:lvl2pPr indent="-228600" lvl="1" marL="914400" algn="l">
              <a:lnSpc>
                <a:spcPct val="90000"/>
              </a:lnSpc>
              <a:spcBef>
                <a:spcPts val="400"/>
              </a:spcBef>
              <a:spcAft>
                <a:spcPts val="0"/>
              </a:spcAft>
              <a:buClr>
                <a:schemeClr val="dk1"/>
              </a:buClr>
              <a:buSzPts val="2000"/>
              <a:buNone/>
              <a:defRPr sz="2000"/>
            </a:lvl2pPr>
            <a:lvl3pPr indent="-228600" lvl="2" marL="1371600" algn="l">
              <a:lnSpc>
                <a:spcPct val="90000"/>
              </a:lnSpc>
              <a:spcBef>
                <a:spcPts val="400"/>
              </a:spcBef>
              <a:spcAft>
                <a:spcPts val="0"/>
              </a:spcAft>
              <a:buClr>
                <a:schemeClr val="dk1"/>
              </a:buClr>
              <a:buSzPts val="2000"/>
              <a:buNone/>
              <a:defRPr sz="2000"/>
            </a:lvl3pPr>
            <a:lvl4pPr indent="-228600" lvl="3" marL="1828800" algn="l">
              <a:lnSpc>
                <a:spcPct val="90000"/>
              </a:lnSpc>
              <a:spcBef>
                <a:spcPts val="400"/>
              </a:spcBef>
              <a:spcAft>
                <a:spcPts val="0"/>
              </a:spcAft>
              <a:buClr>
                <a:schemeClr val="dk1"/>
              </a:buClr>
              <a:buSzPts val="2000"/>
              <a:buNone/>
              <a:defRPr sz="2000"/>
            </a:lvl4pPr>
            <a:lvl5pPr indent="-228600" lvl="4" marL="2286000" algn="l">
              <a:lnSpc>
                <a:spcPct val="90000"/>
              </a:lnSpc>
              <a:spcBef>
                <a:spcPts val="400"/>
              </a:spcBef>
              <a:spcAft>
                <a:spcPts val="0"/>
              </a:spcAft>
              <a:buClr>
                <a:schemeClr val="dk1"/>
              </a:buClr>
              <a:buSzPts val="2000"/>
              <a:buNone/>
              <a:defRPr sz="20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6" name="Google Shape;106;p19"/>
          <p:cNvSpPr txBox="1"/>
          <p:nvPr>
            <p:ph idx="3" type="body"/>
          </p:nvPr>
        </p:nvSpPr>
        <p:spPr>
          <a:xfrm>
            <a:off x="398057" y="2514661"/>
            <a:ext cx="5776800" cy="1933800"/>
          </a:xfrm>
          <a:prstGeom prst="rect">
            <a:avLst/>
          </a:prstGeom>
          <a:noFill/>
          <a:ln>
            <a:noFill/>
          </a:ln>
        </p:spPr>
        <p:txBody>
          <a:bodyPr anchorCtr="0" anchor="t" bIns="34275" lIns="67500" spcFirstLastPara="1" rIns="68575" wrap="square" tIns="34275">
            <a:normAutofit/>
          </a:bodyPr>
          <a:lstStyle>
            <a:lvl1pPr indent="-228600" lvl="0" marL="457200" algn="l">
              <a:lnSpc>
                <a:spcPct val="90000"/>
              </a:lnSpc>
              <a:spcBef>
                <a:spcPts val="800"/>
              </a:spcBef>
              <a:spcAft>
                <a:spcPts val="0"/>
              </a:spcAft>
              <a:buClr>
                <a:srgbClr val="141E28"/>
              </a:buClr>
              <a:buSzPts val="2100"/>
              <a:buNone/>
              <a:defRPr sz="2100">
                <a:solidFill>
                  <a:srgbClr val="141E28"/>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descr="Plasser et bilde i rammen&#10;" id="107" name="Google Shape;107;p19"/>
          <p:cNvSpPr/>
          <p:nvPr>
            <p:ph idx="4" type="pic"/>
          </p:nvPr>
        </p:nvSpPr>
        <p:spPr>
          <a:xfrm>
            <a:off x="6699534" y="600625"/>
            <a:ext cx="2448000" cy="3057000"/>
          </a:xfrm>
          <a:prstGeom prst="rect">
            <a:avLst/>
          </a:prstGeom>
          <a:noFill/>
          <a:ln>
            <a:noFill/>
          </a:ln>
        </p:spPr>
      </p:sp>
      <p:sp>
        <p:nvSpPr>
          <p:cNvPr id="108" name="Google Shape;108;p19"/>
          <p:cNvSpPr txBox="1"/>
          <p:nvPr>
            <p:ph idx="5" type="body"/>
          </p:nvPr>
        </p:nvSpPr>
        <p:spPr>
          <a:xfrm>
            <a:off x="5518298" y="4777979"/>
            <a:ext cx="2406300" cy="273900"/>
          </a:xfrm>
          <a:prstGeom prst="rect">
            <a:avLst/>
          </a:prstGeom>
          <a:noFill/>
          <a:ln>
            <a:noFill/>
          </a:ln>
        </p:spPr>
        <p:txBody>
          <a:bodyPr anchorCtr="0" anchor="t" bIns="34275" lIns="67500" spcFirstLastPara="1" rIns="68575" wrap="square" tIns="34275">
            <a:normAutofit/>
          </a:bodyPr>
          <a:lstStyle>
            <a:lvl1pPr indent="-228600" lvl="0" marL="457200" algn="r">
              <a:lnSpc>
                <a:spcPct val="90000"/>
              </a:lnSpc>
              <a:spcBef>
                <a:spcPts val="800"/>
              </a:spcBef>
              <a:spcAft>
                <a:spcPts val="0"/>
              </a:spcAft>
              <a:buClr>
                <a:schemeClr val="dk1"/>
              </a:buClr>
              <a:buSzPts val="800"/>
              <a:buNone/>
              <a:defRPr b="0" i="0" sz="800">
                <a:latin typeface="Helvetica Neue"/>
                <a:ea typeface="Helvetica Neue"/>
                <a:cs typeface="Helvetica Neue"/>
                <a:sym typeface="Helvetica Neue"/>
              </a:defRPr>
            </a:lvl1pPr>
            <a:lvl2pPr indent="-228600" lvl="1" marL="914400" algn="l">
              <a:lnSpc>
                <a:spcPct val="90000"/>
              </a:lnSpc>
              <a:spcBef>
                <a:spcPts val="400"/>
              </a:spcBef>
              <a:spcAft>
                <a:spcPts val="0"/>
              </a:spcAft>
              <a:buClr>
                <a:schemeClr val="dk1"/>
              </a:buClr>
              <a:buSzPts val="700"/>
              <a:buNone/>
              <a:defRPr sz="700"/>
            </a:lvl2pPr>
            <a:lvl3pPr indent="-273050" lvl="2" marL="1371600" algn="l">
              <a:lnSpc>
                <a:spcPct val="90000"/>
              </a:lnSpc>
              <a:spcBef>
                <a:spcPts val="400"/>
              </a:spcBef>
              <a:spcAft>
                <a:spcPts val="0"/>
              </a:spcAft>
              <a:buClr>
                <a:schemeClr val="dk1"/>
              </a:buClr>
              <a:buSzPts val="700"/>
              <a:buChar char="•"/>
              <a:defRPr sz="700"/>
            </a:lvl3pPr>
            <a:lvl4pPr indent="-273050" lvl="3" marL="1828800" algn="l">
              <a:lnSpc>
                <a:spcPct val="90000"/>
              </a:lnSpc>
              <a:spcBef>
                <a:spcPts val="400"/>
              </a:spcBef>
              <a:spcAft>
                <a:spcPts val="0"/>
              </a:spcAft>
              <a:buClr>
                <a:schemeClr val="dk1"/>
              </a:buClr>
              <a:buSzPts val="700"/>
              <a:buChar char="•"/>
              <a:defRPr sz="700"/>
            </a:lvl4pPr>
            <a:lvl5pPr indent="-273050" lvl="4" marL="2286000" algn="l">
              <a:lnSpc>
                <a:spcPct val="90000"/>
              </a:lnSpc>
              <a:spcBef>
                <a:spcPts val="400"/>
              </a:spcBef>
              <a:spcAft>
                <a:spcPts val="0"/>
              </a:spcAft>
              <a:buClr>
                <a:schemeClr val="dk1"/>
              </a:buClr>
              <a:buSzPts val="700"/>
              <a:buChar char="•"/>
              <a:defRPr sz="7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9" name="Google Shape;109;p19"/>
          <p:cNvSpPr txBox="1"/>
          <p:nvPr>
            <p:ph idx="12" type="sldNum"/>
          </p:nvPr>
        </p:nvSpPr>
        <p:spPr>
          <a:xfrm>
            <a:off x="8045605" y="4777978"/>
            <a:ext cx="971700" cy="2739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no"/>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mt">
  <p:cSld name="Tomt">
    <p:spTree>
      <p:nvGrpSpPr>
        <p:cNvPr id="110" name="Shape 110"/>
        <p:cNvGrpSpPr/>
        <p:nvPr/>
      </p:nvGrpSpPr>
      <p:grpSpPr>
        <a:xfrm>
          <a:off x="0" y="0"/>
          <a:ext cx="0" cy="0"/>
          <a:chOff x="0" y="0"/>
          <a:chExt cx="0" cy="0"/>
        </a:xfrm>
      </p:grpSpPr>
      <p:sp>
        <p:nvSpPr>
          <p:cNvPr id="111" name="Google Shape;111;p20"/>
          <p:cNvSpPr txBox="1"/>
          <p:nvPr>
            <p:ph type="title"/>
          </p:nvPr>
        </p:nvSpPr>
        <p:spPr>
          <a:xfrm>
            <a:off x="434550" y="-405662"/>
            <a:ext cx="8274900" cy="405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C8102E"/>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2" name="Google Shape;112;p20"/>
          <p:cNvSpPr txBox="1"/>
          <p:nvPr>
            <p:ph idx="1" type="body"/>
          </p:nvPr>
        </p:nvSpPr>
        <p:spPr>
          <a:xfrm>
            <a:off x="5518298" y="4777979"/>
            <a:ext cx="2406300" cy="273900"/>
          </a:xfrm>
          <a:prstGeom prst="rect">
            <a:avLst/>
          </a:prstGeom>
          <a:noFill/>
          <a:ln>
            <a:noFill/>
          </a:ln>
        </p:spPr>
        <p:txBody>
          <a:bodyPr anchorCtr="0" anchor="t" bIns="34275" lIns="67500" spcFirstLastPara="1" rIns="68575" wrap="square" tIns="34275">
            <a:normAutofit/>
          </a:bodyPr>
          <a:lstStyle>
            <a:lvl1pPr indent="-228600" lvl="0" marL="457200" algn="r">
              <a:lnSpc>
                <a:spcPct val="90000"/>
              </a:lnSpc>
              <a:spcBef>
                <a:spcPts val="800"/>
              </a:spcBef>
              <a:spcAft>
                <a:spcPts val="0"/>
              </a:spcAft>
              <a:buClr>
                <a:schemeClr val="dk1"/>
              </a:buClr>
              <a:buSzPts val="800"/>
              <a:buNone/>
              <a:defRPr b="0" i="0" sz="800">
                <a:latin typeface="Helvetica Neue"/>
                <a:ea typeface="Helvetica Neue"/>
                <a:cs typeface="Helvetica Neue"/>
                <a:sym typeface="Helvetica Neue"/>
              </a:defRPr>
            </a:lvl1pPr>
            <a:lvl2pPr indent="-228600" lvl="1" marL="914400" algn="l">
              <a:lnSpc>
                <a:spcPct val="90000"/>
              </a:lnSpc>
              <a:spcBef>
                <a:spcPts val="400"/>
              </a:spcBef>
              <a:spcAft>
                <a:spcPts val="0"/>
              </a:spcAft>
              <a:buClr>
                <a:schemeClr val="dk1"/>
              </a:buClr>
              <a:buSzPts val="700"/>
              <a:buNone/>
              <a:defRPr sz="700"/>
            </a:lvl2pPr>
            <a:lvl3pPr indent="-273050" lvl="2" marL="1371600" algn="l">
              <a:lnSpc>
                <a:spcPct val="90000"/>
              </a:lnSpc>
              <a:spcBef>
                <a:spcPts val="400"/>
              </a:spcBef>
              <a:spcAft>
                <a:spcPts val="0"/>
              </a:spcAft>
              <a:buClr>
                <a:schemeClr val="dk1"/>
              </a:buClr>
              <a:buSzPts val="700"/>
              <a:buChar char="•"/>
              <a:defRPr sz="700"/>
            </a:lvl3pPr>
            <a:lvl4pPr indent="-273050" lvl="3" marL="1828800" algn="l">
              <a:lnSpc>
                <a:spcPct val="90000"/>
              </a:lnSpc>
              <a:spcBef>
                <a:spcPts val="400"/>
              </a:spcBef>
              <a:spcAft>
                <a:spcPts val="0"/>
              </a:spcAft>
              <a:buClr>
                <a:schemeClr val="dk1"/>
              </a:buClr>
              <a:buSzPts val="700"/>
              <a:buChar char="•"/>
              <a:defRPr sz="700"/>
            </a:lvl4pPr>
            <a:lvl5pPr indent="-273050" lvl="4" marL="2286000" algn="l">
              <a:lnSpc>
                <a:spcPct val="90000"/>
              </a:lnSpc>
              <a:spcBef>
                <a:spcPts val="400"/>
              </a:spcBef>
              <a:spcAft>
                <a:spcPts val="0"/>
              </a:spcAft>
              <a:buClr>
                <a:schemeClr val="dk1"/>
              </a:buClr>
              <a:buSzPts val="700"/>
              <a:buChar char="•"/>
              <a:defRPr sz="7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3" name="Google Shape;113;p20"/>
          <p:cNvSpPr txBox="1"/>
          <p:nvPr>
            <p:ph idx="12" type="sldNum"/>
          </p:nvPr>
        </p:nvSpPr>
        <p:spPr>
          <a:xfrm>
            <a:off x="8045605" y="4777978"/>
            <a:ext cx="971700" cy="2739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no"/>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Kapittel">
  <p:cSld name="2_Kapittel">
    <p:bg>
      <p:bgPr>
        <a:solidFill>
          <a:srgbClr val="000000"/>
        </a:solidFill>
      </p:bgPr>
    </p:bg>
    <p:spTree>
      <p:nvGrpSpPr>
        <p:cNvPr id="114" name="Shape 114"/>
        <p:cNvGrpSpPr/>
        <p:nvPr/>
      </p:nvGrpSpPr>
      <p:grpSpPr>
        <a:xfrm>
          <a:off x="0" y="0"/>
          <a:ext cx="0" cy="0"/>
          <a:chOff x="0" y="0"/>
          <a:chExt cx="0" cy="0"/>
        </a:xfrm>
      </p:grpSpPr>
      <p:sp>
        <p:nvSpPr>
          <p:cNvPr id="115" name="Google Shape;115;p21"/>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E1EEFA"/>
              </a:buClr>
              <a:buSzPts val="4500"/>
              <a:buFont typeface="Arial"/>
              <a:buNone/>
              <a:defRPr sz="4500">
                <a:solidFill>
                  <a:srgbClr val="E1EEFA"/>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6" name="Google Shape;116;p21"/>
          <p:cNvSpPr txBox="1"/>
          <p:nvPr>
            <p:ph idx="1" type="subTitle"/>
          </p:nvPr>
        </p:nvSpPr>
        <p:spPr>
          <a:xfrm>
            <a:off x="1143000" y="2701529"/>
            <a:ext cx="6858000" cy="1241700"/>
          </a:xfrm>
          <a:prstGeom prst="rect">
            <a:avLst/>
          </a:prstGeom>
          <a:noFill/>
          <a:ln>
            <a:noFill/>
          </a:ln>
        </p:spPr>
        <p:txBody>
          <a:bodyPr anchorCtr="0" anchor="t" bIns="34275" lIns="67500" spcFirstLastPara="1" rIns="68575" wrap="square" tIns="34275">
            <a:normAutofit/>
          </a:bodyPr>
          <a:lstStyle>
            <a:lvl1pPr lvl="0" algn="l">
              <a:lnSpc>
                <a:spcPct val="90000"/>
              </a:lnSpc>
              <a:spcBef>
                <a:spcPts val="800"/>
              </a:spcBef>
              <a:spcAft>
                <a:spcPts val="0"/>
              </a:spcAft>
              <a:buClr>
                <a:srgbClr val="E1EEFA"/>
              </a:buClr>
              <a:buSzPts val="1800"/>
              <a:buNone/>
              <a:defRPr sz="1800">
                <a:solidFill>
                  <a:srgbClr val="E1EEFA"/>
                </a:solidFill>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17" name="Google Shape;117;p21"/>
          <p:cNvSpPr txBox="1"/>
          <p:nvPr>
            <p:ph idx="2" type="body"/>
          </p:nvPr>
        </p:nvSpPr>
        <p:spPr>
          <a:xfrm>
            <a:off x="5594747" y="4777979"/>
            <a:ext cx="2406300" cy="273900"/>
          </a:xfrm>
          <a:prstGeom prst="rect">
            <a:avLst/>
          </a:prstGeom>
          <a:noFill/>
          <a:ln>
            <a:noFill/>
          </a:ln>
        </p:spPr>
        <p:txBody>
          <a:bodyPr anchorCtr="0" anchor="t" bIns="34275" lIns="67500" spcFirstLastPara="1" rIns="68575" wrap="square" tIns="34275">
            <a:normAutofit/>
          </a:bodyPr>
          <a:lstStyle>
            <a:lvl1pPr indent="-228600" lvl="0" marL="457200" algn="r">
              <a:lnSpc>
                <a:spcPct val="90000"/>
              </a:lnSpc>
              <a:spcBef>
                <a:spcPts val="800"/>
              </a:spcBef>
              <a:spcAft>
                <a:spcPts val="0"/>
              </a:spcAft>
              <a:buClr>
                <a:srgbClr val="E1EEFA"/>
              </a:buClr>
              <a:buSzPts val="800"/>
              <a:buNone/>
              <a:defRPr b="0" i="0" sz="800">
                <a:solidFill>
                  <a:srgbClr val="E1EEFA"/>
                </a:solidFill>
                <a:latin typeface="Helvetica Neue"/>
                <a:ea typeface="Helvetica Neue"/>
                <a:cs typeface="Helvetica Neue"/>
                <a:sym typeface="Helvetica Neue"/>
              </a:defRPr>
            </a:lvl1pPr>
            <a:lvl2pPr indent="-228600" lvl="1" marL="914400" algn="l">
              <a:lnSpc>
                <a:spcPct val="90000"/>
              </a:lnSpc>
              <a:spcBef>
                <a:spcPts val="400"/>
              </a:spcBef>
              <a:spcAft>
                <a:spcPts val="0"/>
              </a:spcAft>
              <a:buClr>
                <a:schemeClr val="dk1"/>
              </a:buClr>
              <a:buSzPts val="700"/>
              <a:buNone/>
              <a:defRPr sz="700"/>
            </a:lvl2pPr>
            <a:lvl3pPr indent="-273050" lvl="2" marL="1371600" algn="l">
              <a:lnSpc>
                <a:spcPct val="90000"/>
              </a:lnSpc>
              <a:spcBef>
                <a:spcPts val="400"/>
              </a:spcBef>
              <a:spcAft>
                <a:spcPts val="0"/>
              </a:spcAft>
              <a:buClr>
                <a:schemeClr val="dk1"/>
              </a:buClr>
              <a:buSzPts val="700"/>
              <a:buChar char="•"/>
              <a:defRPr sz="700"/>
            </a:lvl3pPr>
            <a:lvl4pPr indent="-273050" lvl="3" marL="1828800" algn="l">
              <a:lnSpc>
                <a:spcPct val="90000"/>
              </a:lnSpc>
              <a:spcBef>
                <a:spcPts val="400"/>
              </a:spcBef>
              <a:spcAft>
                <a:spcPts val="0"/>
              </a:spcAft>
              <a:buClr>
                <a:schemeClr val="dk1"/>
              </a:buClr>
              <a:buSzPts val="700"/>
              <a:buChar char="•"/>
              <a:defRPr sz="700"/>
            </a:lvl4pPr>
            <a:lvl5pPr indent="-273050" lvl="4" marL="2286000" algn="l">
              <a:lnSpc>
                <a:spcPct val="90000"/>
              </a:lnSpc>
              <a:spcBef>
                <a:spcPts val="400"/>
              </a:spcBef>
              <a:spcAft>
                <a:spcPts val="0"/>
              </a:spcAft>
              <a:buClr>
                <a:schemeClr val="dk1"/>
              </a:buClr>
              <a:buSzPts val="700"/>
              <a:buChar char="•"/>
              <a:defRPr sz="7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8" name="Google Shape;118;p21"/>
          <p:cNvSpPr txBox="1"/>
          <p:nvPr>
            <p:ph idx="12" type="sldNum"/>
          </p:nvPr>
        </p:nvSpPr>
        <p:spPr>
          <a:xfrm>
            <a:off x="8045605" y="4777978"/>
            <a:ext cx="971700" cy="2739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b="0" i="0" sz="900" u="none" cap="none" strike="noStrike">
                <a:solidFill>
                  <a:srgbClr val="E1EEFA"/>
                </a:solidFill>
                <a:latin typeface="Calibri"/>
                <a:ea typeface="Calibri"/>
                <a:cs typeface="Calibri"/>
                <a:sym typeface="Calibri"/>
              </a:defRPr>
            </a:lvl1pPr>
            <a:lvl2pPr indent="0" lvl="1" marL="0" algn="r">
              <a:spcBef>
                <a:spcPts val="0"/>
              </a:spcBef>
              <a:buNone/>
              <a:defRPr b="0" i="0" sz="900" u="none" cap="none" strike="noStrike">
                <a:solidFill>
                  <a:srgbClr val="E1EEFA"/>
                </a:solidFill>
                <a:latin typeface="Calibri"/>
                <a:ea typeface="Calibri"/>
                <a:cs typeface="Calibri"/>
                <a:sym typeface="Calibri"/>
              </a:defRPr>
            </a:lvl2pPr>
            <a:lvl3pPr indent="0" lvl="2" marL="0" algn="r">
              <a:spcBef>
                <a:spcPts val="0"/>
              </a:spcBef>
              <a:buNone/>
              <a:defRPr b="0" i="0" sz="900" u="none" cap="none" strike="noStrike">
                <a:solidFill>
                  <a:srgbClr val="E1EEFA"/>
                </a:solidFill>
                <a:latin typeface="Calibri"/>
                <a:ea typeface="Calibri"/>
                <a:cs typeface="Calibri"/>
                <a:sym typeface="Calibri"/>
              </a:defRPr>
            </a:lvl3pPr>
            <a:lvl4pPr indent="0" lvl="3" marL="0" algn="r">
              <a:spcBef>
                <a:spcPts val="0"/>
              </a:spcBef>
              <a:buNone/>
              <a:defRPr b="0" i="0" sz="900" u="none" cap="none" strike="noStrike">
                <a:solidFill>
                  <a:srgbClr val="E1EEFA"/>
                </a:solidFill>
                <a:latin typeface="Calibri"/>
                <a:ea typeface="Calibri"/>
                <a:cs typeface="Calibri"/>
                <a:sym typeface="Calibri"/>
              </a:defRPr>
            </a:lvl4pPr>
            <a:lvl5pPr indent="0" lvl="4" marL="0" algn="r">
              <a:spcBef>
                <a:spcPts val="0"/>
              </a:spcBef>
              <a:buNone/>
              <a:defRPr b="0" i="0" sz="900" u="none" cap="none" strike="noStrike">
                <a:solidFill>
                  <a:srgbClr val="E1EEFA"/>
                </a:solidFill>
                <a:latin typeface="Calibri"/>
                <a:ea typeface="Calibri"/>
                <a:cs typeface="Calibri"/>
                <a:sym typeface="Calibri"/>
              </a:defRPr>
            </a:lvl5pPr>
            <a:lvl6pPr indent="0" lvl="5" marL="0" algn="r">
              <a:spcBef>
                <a:spcPts val="0"/>
              </a:spcBef>
              <a:buNone/>
              <a:defRPr b="0" i="0" sz="900" u="none" cap="none" strike="noStrike">
                <a:solidFill>
                  <a:srgbClr val="E1EEFA"/>
                </a:solidFill>
                <a:latin typeface="Calibri"/>
                <a:ea typeface="Calibri"/>
                <a:cs typeface="Calibri"/>
                <a:sym typeface="Calibri"/>
              </a:defRPr>
            </a:lvl6pPr>
            <a:lvl7pPr indent="0" lvl="6" marL="0" algn="r">
              <a:spcBef>
                <a:spcPts val="0"/>
              </a:spcBef>
              <a:buNone/>
              <a:defRPr b="0" i="0" sz="900" u="none" cap="none" strike="noStrike">
                <a:solidFill>
                  <a:srgbClr val="E1EEFA"/>
                </a:solidFill>
                <a:latin typeface="Calibri"/>
                <a:ea typeface="Calibri"/>
                <a:cs typeface="Calibri"/>
                <a:sym typeface="Calibri"/>
              </a:defRPr>
            </a:lvl7pPr>
            <a:lvl8pPr indent="0" lvl="7" marL="0" algn="r">
              <a:spcBef>
                <a:spcPts val="0"/>
              </a:spcBef>
              <a:buNone/>
              <a:defRPr b="0" i="0" sz="900" u="none" cap="none" strike="noStrike">
                <a:solidFill>
                  <a:srgbClr val="E1EEFA"/>
                </a:solidFill>
                <a:latin typeface="Calibri"/>
                <a:ea typeface="Calibri"/>
                <a:cs typeface="Calibri"/>
                <a:sym typeface="Calibri"/>
              </a:defRPr>
            </a:lvl8pPr>
            <a:lvl9pPr indent="0" lvl="8" marL="0" algn="r">
              <a:spcBef>
                <a:spcPts val="0"/>
              </a:spcBef>
              <a:buNone/>
              <a:defRPr b="0" i="0" sz="900" u="none" cap="none" strike="noStrike">
                <a:solidFill>
                  <a:srgbClr val="E1EEFA"/>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no"/>
              <a:t>‹#›</a:t>
            </a:fld>
            <a:endParaRPr/>
          </a:p>
        </p:txBody>
      </p:sp>
      <p:pic>
        <p:nvPicPr>
          <p:cNvPr id="119" name="Google Shape;119;p21"/>
          <p:cNvPicPr preferRelativeResize="0"/>
          <p:nvPr/>
        </p:nvPicPr>
        <p:blipFill rotWithShape="1">
          <a:blip r:embed="rId2">
            <a:alphaModFix/>
          </a:blip>
          <a:srcRect b="0" l="0" r="0" t="0"/>
          <a:stretch/>
        </p:blipFill>
        <p:spPr>
          <a:xfrm>
            <a:off x="200291" y="4731848"/>
            <a:ext cx="520166" cy="216736"/>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unktliste">
  <p:cSld name="1_Punktliste">
    <p:bg>
      <p:bgPr>
        <a:solidFill>
          <a:srgbClr val="000000"/>
        </a:solidFill>
      </p:bgPr>
    </p:bg>
    <p:spTree>
      <p:nvGrpSpPr>
        <p:cNvPr id="120" name="Shape 120"/>
        <p:cNvGrpSpPr/>
        <p:nvPr/>
      </p:nvGrpSpPr>
      <p:grpSpPr>
        <a:xfrm>
          <a:off x="0" y="0"/>
          <a:ext cx="0" cy="0"/>
          <a:chOff x="0" y="0"/>
          <a:chExt cx="0" cy="0"/>
        </a:xfrm>
      </p:grpSpPr>
      <p:sp>
        <p:nvSpPr>
          <p:cNvPr id="121" name="Google Shape;121;p22"/>
          <p:cNvSpPr txBox="1"/>
          <p:nvPr>
            <p:ph type="title"/>
          </p:nvPr>
        </p:nvSpPr>
        <p:spPr>
          <a:xfrm>
            <a:off x="401962" y="273844"/>
            <a:ext cx="8274900" cy="813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E1EEFA"/>
              </a:buClr>
              <a:buSzPts val="2400"/>
              <a:buFont typeface="Arial"/>
              <a:buNone/>
              <a:defRPr>
                <a:solidFill>
                  <a:srgbClr val="E1EEFA"/>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descr="Rediger tekststiler i malen" id="122" name="Google Shape;122;p22"/>
          <p:cNvSpPr txBox="1"/>
          <p:nvPr>
            <p:ph idx="1" type="body"/>
          </p:nvPr>
        </p:nvSpPr>
        <p:spPr>
          <a:xfrm>
            <a:off x="454715" y="1379054"/>
            <a:ext cx="8068200" cy="3085800"/>
          </a:xfrm>
          <a:prstGeom prst="rect">
            <a:avLst/>
          </a:prstGeom>
          <a:noFill/>
          <a:ln>
            <a:noFill/>
          </a:ln>
        </p:spPr>
        <p:txBody>
          <a:bodyPr anchorCtr="0" anchor="t" bIns="34275" lIns="67500" spcFirstLastPara="1" rIns="68575" wrap="square" tIns="34275">
            <a:normAutofit/>
          </a:bodyPr>
          <a:lstStyle>
            <a:lvl1pPr indent="-228600" lvl="0" marL="457200" algn="l">
              <a:lnSpc>
                <a:spcPct val="90000"/>
              </a:lnSpc>
              <a:spcBef>
                <a:spcPts val="800"/>
              </a:spcBef>
              <a:spcAft>
                <a:spcPts val="0"/>
              </a:spcAft>
              <a:buClr>
                <a:srgbClr val="E1EEFA"/>
              </a:buClr>
              <a:buSzPts val="1800"/>
              <a:buNone/>
              <a:defRPr b="0" sz="1800">
                <a:solidFill>
                  <a:srgbClr val="E1EEFA"/>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3" name="Google Shape;123;p22"/>
          <p:cNvSpPr txBox="1"/>
          <p:nvPr>
            <p:ph idx="2" type="body"/>
          </p:nvPr>
        </p:nvSpPr>
        <p:spPr>
          <a:xfrm>
            <a:off x="5594747" y="4777979"/>
            <a:ext cx="2406300" cy="273900"/>
          </a:xfrm>
          <a:prstGeom prst="rect">
            <a:avLst/>
          </a:prstGeom>
          <a:noFill/>
          <a:ln>
            <a:noFill/>
          </a:ln>
        </p:spPr>
        <p:txBody>
          <a:bodyPr anchorCtr="0" anchor="t" bIns="34275" lIns="67500" spcFirstLastPara="1" rIns="68575" wrap="square" tIns="34275">
            <a:normAutofit/>
          </a:bodyPr>
          <a:lstStyle>
            <a:lvl1pPr indent="-228600" lvl="0" marL="457200" algn="r">
              <a:lnSpc>
                <a:spcPct val="90000"/>
              </a:lnSpc>
              <a:spcBef>
                <a:spcPts val="800"/>
              </a:spcBef>
              <a:spcAft>
                <a:spcPts val="0"/>
              </a:spcAft>
              <a:buClr>
                <a:srgbClr val="E1EEFA"/>
              </a:buClr>
              <a:buSzPts val="800"/>
              <a:buNone/>
              <a:defRPr b="0" i="0" sz="800">
                <a:solidFill>
                  <a:srgbClr val="E1EEFA"/>
                </a:solidFill>
                <a:latin typeface="Helvetica Neue"/>
                <a:ea typeface="Helvetica Neue"/>
                <a:cs typeface="Helvetica Neue"/>
                <a:sym typeface="Helvetica Neue"/>
              </a:defRPr>
            </a:lvl1pPr>
            <a:lvl2pPr indent="-228600" lvl="1" marL="914400" algn="l">
              <a:lnSpc>
                <a:spcPct val="90000"/>
              </a:lnSpc>
              <a:spcBef>
                <a:spcPts val="400"/>
              </a:spcBef>
              <a:spcAft>
                <a:spcPts val="0"/>
              </a:spcAft>
              <a:buClr>
                <a:schemeClr val="dk1"/>
              </a:buClr>
              <a:buSzPts val="700"/>
              <a:buNone/>
              <a:defRPr sz="700"/>
            </a:lvl2pPr>
            <a:lvl3pPr indent="-273050" lvl="2" marL="1371600" algn="l">
              <a:lnSpc>
                <a:spcPct val="90000"/>
              </a:lnSpc>
              <a:spcBef>
                <a:spcPts val="400"/>
              </a:spcBef>
              <a:spcAft>
                <a:spcPts val="0"/>
              </a:spcAft>
              <a:buClr>
                <a:schemeClr val="dk1"/>
              </a:buClr>
              <a:buSzPts val="700"/>
              <a:buChar char="•"/>
              <a:defRPr sz="700"/>
            </a:lvl3pPr>
            <a:lvl4pPr indent="-273050" lvl="3" marL="1828800" algn="l">
              <a:lnSpc>
                <a:spcPct val="90000"/>
              </a:lnSpc>
              <a:spcBef>
                <a:spcPts val="400"/>
              </a:spcBef>
              <a:spcAft>
                <a:spcPts val="0"/>
              </a:spcAft>
              <a:buClr>
                <a:schemeClr val="dk1"/>
              </a:buClr>
              <a:buSzPts val="700"/>
              <a:buChar char="•"/>
              <a:defRPr sz="700"/>
            </a:lvl4pPr>
            <a:lvl5pPr indent="-273050" lvl="4" marL="2286000" algn="l">
              <a:lnSpc>
                <a:spcPct val="90000"/>
              </a:lnSpc>
              <a:spcBef>
                <a:spcPts val="400"/>
              </a:spcBef>
              <a:spcAft>
                <a:spcPts val="0"/>
              </a:spcAft>
              <a:buClr>
                <a:schemeClr val="dk1"/>
              </a:buClr>
              <a:buSzPts val="700"/>
              <a:buChar char="•"/>
              <a:defRPr sz="7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4" name="Google Shape;124;p22"/>
          <p:cNvSpPr txBox="1"/>
          <p:nvPr>
            <p:ph idx="12" type="sldNum"/>
          </p:nvPr>
        </p:nvSpPr>
        <p:spPr>
          <a:xfrm>
            <a:off x="8045605" y="4777978"/>
            <a:ext cx="971700" cy="2739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b="0" i="0" sz="900" u="none" cap="none" strike="noStrike">
                <a:solidFill>
                  <a:srgbClr val="E1EEFA"/>
                </a:solidFill>
                <a:latin typeface="Calibri"/>
                <a:ea typeface="Calibri"/>
                <a:cs typeface="Calibri"/>
                <a:sym typeface="Calibri"/>
              </a:defRPr>
            </a:lvl1pPr>
            <a:lvl2pPr indent="0" lvl="1" marL="0" algn="r">
              <a:spcBef>
                <a:spcPts val="0"/>
              </a:spcBef>
              <a:buNone/>
              <a:defRPr b="0" i="0" sz="900" u="none" cap="none" strike="noStrike">
                <a:solidFill>
                  <a:srgbClr val="E1EEFA"/>
                </a:solidFill>
                <a:latin typeface="Calibri"/>
                <a:ea typeface="Calibri"/>
                <a:cs typeface="Calibri"/>
                <a:sym typeface="Calibri"/>
              </a:defRPr>
            </a:lvl2pPr>
            <a:lvl3pPr indent="0" lvl="2" marL="0" algn="r">
              <a:spcBef>
                <a:spcPts val="0"/>
              </a:spcBef>
              <a:buNone/>
              <a:defRPr b="0" i="0" sz="900" u="none" cap="none" strike="noStrike">
                <a:solidFill>
                  <a:srgbClr val="E1EEFA"/>
                </a:solidFill>
                <a:latin typeface="Calibri"/>
                <a:ea typeface="Calibri"/>
                <a:cs typeface="Calibri"/>
                <a:sym typeface="Calibri"/>
              </a:defRPr>
            </a:lvl3pPr>
            <a:lvl4pPr indent="0" lvl="3" marL="0" algn="r">
              <a:spcBef>
                <a:spcPts val="0"/>
              </a:spcBef>
              <a:buNone/>
              <a:defRPr b="0" i="0" sz="900" u="none" cap="none" strike="noStrike">
                <a:solidFill>
                  <a:srgbClr val="E1EEFA"/>
                </a:solidFill>
                <a:latin typeface="Calibri"/>
                <a:ea typeface="Calibri"/>
                <a:cs typeface="Calibri"/>
                <a:sym typeface="Calibri"/>
              </a:defRPr>
            </a:lvl4pPr>
            <a:lvl5pPr indent="0" lvl="4" marL="0" algn="r">
              <a:spcBef>
                <a:spcPts val="0"/>
              </a:spcBef>
              <a:buNone/>
              <a:defRPr b="0" i="0" sz="900" u="none" cap="none" strike="noStrike">
                <a:solidFill>
                  <a:srgbClr val="E1EEFA"/>
                </a:solidFill>
                <a:latin typeface="Calibri"/>
                <a:ea typeface="Calibri"/>
                <a:cs typeface="Calibri"/>
                <a:sym typeface="Calibri"/>
              </a:defRPr>
            </a:lvl5pPr>
            <a:lvl6pPr indent="0" lvl="5" marL="0" algn="r">
              <a:spcBef>
                <a:spcPts val="0"/>
              </a:spcBef>
              <a:buNone/>
              <a:defRPr b="0" i="0" sz="900" u="none" cap="none" strike="noStrike">
                <a:solidFill>
                  <a:srgbClr val="E1EEFA"/>
                </a:solidFill>
                <a:latin typeface="Calibri"/>
                <a:ea typeface="Calibri"/>
                <a:cs typeface="Calibri"/>
                <a:sym typeface="Calibri"/>
              </a:defRPr>
            </a:lvl6pPr>
            <a:lvl7pPr indent="0" lvl="6" marL="0" algn="r">
              <a:spcBef>
                <a:spcPts val="0"/>
              </a:spcBef>
              <a:buNone/>
              <a:defRPr b="0" i="0" sz="900" u="none" cap="none" strike="noStrike">
                <a:solidFill>
                  <a:srgbClr val="E1EEFA"/>
                </a:solidFill>
                <a:latin typeface="Calibri"/>
                <a:ea typeface="Calibri"/>
                <a:cs typeface="Calibri"/>
                <a:sym typeface="Calibri"/>
              </a:defRPr>
            </a:lvl7pPr>
            <a:lvl8pPr indent="0" lvl="7" marL="0" algn="r">
              <a:spcBef>
                <a:spcPts val="0"/>
              </a:spcBef>
              <a:buNone/>
              <a:defRPr b="0" i="0" sz="900" u="none" cap="none" strike="noStrike">
                <a:solidFill>
                  <a:srgbClr val="E1EEFA"/>
                </a:solidFill>
                <a:latin typeface="Calibri"/>
                <a:ea typeface="Calibri"/>
                <a:cs typeface="Calibri"/>
                <a:sym typeface="Calibri"/>
              </a:defRPr>
            </a:lvl8pPr>
            <a:lvl9pPr indent="0" lvl="8" marL="0" algn="r">
              <a:spcBef>
                <a:spcPts val="0"/>
              </a:spcBef>
              <a:buNone/>
              <a:defRPr b="0" i="0" sz="900" u="none" cap="none" strike="noStrike">
                <a:solidFill>
                  <a:srgbClr val="E1EEFA"/>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no"/>
              <a:t>‹#›</a:t>
            </a:fld>
            <a:endParaRPr/>
          </a:p>
        </p:txBody>
      </p:sp>
      <p:pic>
        <p:nvPicPr>
          <p:cNvPr id="125" name="Google Shape;125;p22"/>
          <p:cNvPicPr preferRelativeResize="0"/>
          <p:nvPr/>
        </p:nvPicPr>
        <p:blipFill rotWithShape="1">
          <a:blip r:embed="rId2">
            <a:alphaModFix/>
          </a:blip>
          <a:srcRect b="0" l="0" r="0" t="0"/>
          <a:stretch/>
        </p:blipFill>
        <p:spPr>
          <a:xfrm>
            <a:off x="200291" y="4731848"/>
            <a:ext cx="520166" cy="216736"/>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ekstinnhold">
  <p:cSld name="1_Tekstinnhold">
    <p:bg>
      <p:bgPr>
        <a:solidFill>
          <a:srgbClr val="000000"/>
        </a:solidFill>
      </p:bgPr>
    </p:bg>
    <p:spTree>
      <p:nvGrpSpPr>
        <p:cNvPr id="126" name="Shape 126"/>
        <p:cNvGrpSpPr/>
        <p:nvPr/>
      </p:nvGrpSpPr>
      <p:grpSpPr>
        <a:xfrm>
          <a:off x="0" y="0"/>
          <a:ext cx="0" cy="0"/>
          <a:chOff x="0" y="0"/>
          <a:chExt cx="0" cy="0"/>
        </a:xfrm>
      </p:grpSpPr>
      <p:sp>
        <p:nvSpPr>
          <p:cNvPr id="127" name="Google Shape;127;p23"/>
          <p:cNvSpPr txBox="1"/>
          <p:nvPr>
            <p:ph type="title"/>
          </p:nvPr>
        </p:nvSpPr>
        <p:spPr>
          <a:xfrm>
            <a:off x="506323" y="-407504"/>
            <a:ext cx="8274900" cy="4074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C8102E"/>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descr="Rediger tesktstiler i malen" id="128" name="Google Shape;128;p23"/>
          <p:cNvSpPr txBox="1"/>
          <p:nvPr>
            <p:ph idx="1" type="body"/>
          </p:nvPr>
        </p:nvSpPr>
        <p:spPr>
          <a:xfrm>
            <a:off x="448408" y="530678"/>
            <a:ext cx="8211900" cy="3786600"/>
          </a:xfrm>
          <a:prstGeom prst="rect">
            <a:avLst/>
          </a:prstGeom>
          <a:noFill/>
          <a:ln>
            <a:noFill/>
          </a:ln>
        </p:spPr>
        <p:txBody>
          <a:bodyPr anchorCtr="0" anchor="t" bIns="34275" lIns="67500" spcFirstLastPara="1" rIns="68575" wrap="square" tIns="34275">
            <a:normAutofit/>
          </a:bodyPr>
          <a:lstStyle>
            <a:lvl1pPr indent="-228600" lvl="0" marL="457200" algn="l">
              <a:lnSpc>
                <a:spcPct val="90000"/>
              </a:lnSpc>
              <a:spcBef>
                <a:spcPts val="800"/>
              </a:spcBef>
              <a:spcAft>
                <a:spcPts val="0"/>
              </a:spcAft>
              <a:buClr>
                <a:srgbClr val="E1EEFA"/>
              </a:buClr>
              <a:buSzPts val="1800"/>
              <a:buNone/>
              <a:defRPr b="0" sz="1800">
                <a:solidFill>
                  <a:srgbClr val="E1EEFA"/>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9" name="Google Shape;129;p23"/>
          <p:cNvSpPr txBox="1"/>
          <p:nvPr>
            <p:ph idx="2" type="body"/>
          </p:nvPr>
        </p:nvSpPr>
        <p:spPr>
          <a:xfrm>
            <a:off x="5594747" y="4777979"/>
            <a:ext cx="2406300" cy="273900"/>
          </a:xfrm>
          <a:prstGeom prst="rect">
            <a:avLst/>
          </a:prstGeom>
          <a:noFill/>
          <a:ln>
            <a:noFill/>
          </a:ln>
        </p:spPr>
        <p:txBody>
          <a:bodyPr anchorCtr="0" anchor="t" bIns="34275" lIns="67500" spcFirstLastPara="1" rIns="68575" wrap="square" tIns="34275">
            <a:normAutofit/>
          </a:bodyPr>
          <a:lstStyle>
            <a:lvl1pPr indent="-228600" lvl="0" marL="457200" algn="r">
              <a:lnSpc>
                <a:spcPct val="90000"/>
              </a:lnSpc>
              <a:spcBef>
                <a:spcPts val="800"/>
              </a:spcBef>
              <a:spcAft>
                <a:spcPts val="0"/>
              </a:spcAft>
              <a:buClr>
                <a:srgbClr val="E1EEFA"/>
              </a:buClr>
              <a:buSzPts val="800"/>
              <a:buNone/>
              <a:defRPr b="0" i="0" sz="800">
                <a:solidFill>
                  <a:srgbClr val="E1EEFA"/>
                </a:solidFill>
                <a:latin typeface="Helvetica Neue"/>
                <a:ea typeface="Helvetica Neue"/>
                <a:cs typeface="Helvetica Neue"/>
                <a:sym typeface="Helvetica Neue"/>
              </a:defRPr>
            </a:lvl1pPr>
            <a:lvl2pPr indent="-228600" lvl="1" marL="914400" algn="l">
              <a:lnSpc>
                <a:spcPct val="90000"/>
              </a:lnSpc>
              <a:spcBef>
                <a:spcPts val="400"/>
              </a:spcBef>
              <a:spcAft>
                <a:spcPts val="0"/>
              </a:spcAft>
              <a:buClr>
                <a:schemeClr val="dk1"/>
              </a:buClr>
              <a:buSzPts val="700"/>
              <a:buNone/>
              <a:defRPr sz="700"/>
            </a:lvl2pPr>
            <a:lvl3pPr indent="-273050" lvl="2" marL="1371600" algn="l">
              <a:lnSpc>
                <a:spcPct val="90000"/>
              </a:lnSpc>
              <a:spcBef>
                <a:spcPts val="400"/>
              </a:spcBef>
              <a:spcAft>
                <a:spcPts val="0"/>
              </a:spcAft>
              <a:buClr>
                <a:schemeClr val="dk1"/>
              </a:buClr>
              <a:buSzPts val="700"/>
              <a:buChar char="•"/>
              <a:defRPr sz="700"/>
            </a:lvl3pPr>
            <a:lvl4pPr indent="-273050" lvl="3" marL="1828800" algn="l">
              <a:lnSpc>
                <a:spcPct val="90000"/>
              </a:lnSpc>
              <a:spcBef>
                <a:spcPts val="400"/>
              </a:spcBef>
              <a:spcAft>
                <a:spcPts val="0"/>
              </a:spcAft>
              <a:buClr>
                <a:schemeClr val="dk1"/>
              </a:buClr>
              <a:buSzPts val="700"/>
              <a:buChar char="•"/>
              <a:defRPr sz="700"/>
            </a:lvl4pPr>
            <a:lvl5pPr indent="-273050" lvl="4" marL="2286000" algn="l">
              <a:lnSpc>
                <a:spcPct val="90000"/>
              </a:lnSpc>
              <a:spcBef>
                <a:spcPts val="400"/>
              </a:spcBef>
              <a:spcAft>
                <a:spcPts val="0"/>
              </a:spcAft>
              <a:buClr>
                <a:schemeClr val="dk1"/>
              </a:buClr>
              <a:buSzPts val="700"/>
              <a:buChar char="•"/>
              <a:defRPr sz="7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0" name="Google Shape;130;p23"/>
          <p:cNvSpPr txBox="1"/>
          <p:nvPr>
            <p:ph idx="12" type="sldNum"/>
          </p:nvPr>
        </p:nvSpPr>
        <p:spPr>
          <a:xfrm>
            <a:off x="8045605" y="4777978"/>
            <a:ext cx="971700" cy="2739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b="0" i="0" sz="900" u="none" cap="none" strike="noStrike">
                <a:solidFill>
                  <a:srgbClr val="E1EEFA"/>
                </a:solidFill>
                <a:latin typeface="Calibri"/>
                <a:ea typeface="Calibri"/>
                <a:cs typeface="Calibri"/>
                <a:sym typeface="Calibri"/>
              </a:defRPr>
            </a:lvl1pPr>
            <a:lvl2pPr indent="0" lvl="1" marL="0" algn="r">
              <a:spcBef>
                <a:spcPts val="0"/>
              </a:spcBef>
              <a:buNone/>
              <a:defRPr b="0" i="0" sz="900" u="none" cap="none" strike="noStrike">
                <a:solidFill>
                  <a:srgbClr val="E1EEFA"/>
                </a:solidFill>
                <a:latin typeface="Calibri"/>
                <a:ea typeface="Calibri"/>
                <a:cs typeface="Calibri"/>
                <a:sym typeface="Calibri"/>
              </a:defRPr>
            </a:lvl2pPr>
            <a:lvl3pPr indent="0" lvl="2" marL="0" algn="r">
              <a:spcBef>
                <a:spcPts val="0"/>
              </a:spcBef>
              <a:buNone/>
              <a:defRPr b="0" i="0" sz="900" u="none" cap="none" strike="noStrike">
                <a:solidFill>
                  <a:srgbClr val="E1EEFA"/>
                </a:solidFill>
                <a:latin typeface="Calibri"/>
                <a:ea typeface="Calibri"/>
                <a:cs typeface="Calibri"/>
                <a:sym typeface="Calibri"/>
              </a:defRPr>
            </a:lvl3pPr>
            <a:lvl4pPr indent="0" lvl="3" marL="0" algn="r">
              <a:spcBef>
                <a:spcPts val="0"/>
              </a:spcBef>
              <a:buNone/>
              <a:defRPr b="0" i="0" sz="900" u="none" cap="none" strike="noStrike">
                <a:solidFill>
                  <a:srgbClr val="E1EEFA"/>
                </a:solidFill>
                <a:latin typeface="Calibri"/>
                <a:ea typeface="Calibri"/>
                <a:cs typeface="Calibri"/>
                <a:sym typeface="Calibri"/>
              </a:defRPr>
            </a:lvl4pPr>
            <a:lvl5pPr indent="0" lvl="4" marL="0" algn="r">
              <a:spcBef>
                <a:spcPts val="0"/>
              </a:spcBef>
              <a:buNone/>
              <a:defRPr b="0" i="0" sz="900" u="none" cap="none" strike="noStrike">
                <a:solidFill>
                  <a:srgbClr val="E1EEFA"/>
                </a:solidFill>
                <a:latin typeface="Calibri"/>
                <a:ea typeface="Calibri"/>
                <a:cs typeface="Calibri"/>
                <a:sym typeface="Calibri"/>
              </a:defRPr>
            </a:lvl5pPr>
            <a:lvl6pPr indent="0" lvl="5" marL="0" algn="r">
              <a:spcBef>
                <a:spcPts val="0"/>
              </a:spcBef>
              <a:buNone/>
              <a:defRPr b="0" i="0" sz="900" u="none" cap="none" strike="noStrike">
                <a:solidFill>
                  <a:srgbClr val="E1EEFA"/>
                </a:solidFill>
                <a:latin typeface="Calibri"/>
                <a:ea typeface="Calibri"/>
                <a:cs typeface="Calibri"/>
                <a:sym typeface="Calibri"/>
              </a:defRPr>
            </a:lvl6pPr>
            <a:lvl7pPr indent="0" lvl="6" marL="0" algn="r">
              <a:spcBef>
                <a:spcPts val="0"/>
              </a:spcBef>
              <a:buNone/>
              <a:defRPr b="0" i="0" sz="900" u="none" cap="none" strike="noStrike">
                <a:solidFill>
                  <a:srgbClr val="E1EEFA"/>
                </a:solidFill>
                <a:latin typeface="Calibri"/>
                <a:ea typeface="Calibri"/>
                <a:cs typeface="Calibri"/>
                <a:sym typeface="Calibri"/>
              </a:defRPr>
            </a:lvl7pPr>
            <a:lvl8pPr indent="0" lvl="7" marL="0" algn="r">
              <a:spcBef>
                <a:spcPts val="0"/>
              </a:spcBef>
              <a:buNone/>
              <a:defRPr b="0" i="0" sz="900" u="none" cap="none" strike="noStrike">
                <a:solidFill>
                  <a:srgbClr val="E1EEFA"/>
                </a:solidFill>
                <a:latin typeface="Calibri"/>
                <a:ea typeface="Calibri"/>
                <a:cs typeface="Calibri"/>
                <a:sym typeface="Calibri"/>
              </a:defRPr>
            </a:lvl8pPr>
            <a:lvl9pPr indent="0" lvl="8" marL="0" algn="r">
              <a:spcBef>
                <a:spcPts val="0"/>
              </a:spcBef>
              <a:buNone/>
              <a:defRPr b="0" i="0" sz="900" u="none" cap="none" strike="noStrike">
                <a:solidFill>
                  <a:srgbClr val="E1EEFA"/>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no"/>
              <a:t>‹#›</a:t>
            </a:fld>
            <a:endParaRPr/>
          </a:p>
        </p:txBody>
      </p:sp>
      <p:pic>
        <p:nvPicPr>
          <p:cNvPr id="131" name="Google Shape;131;p23"/>
          <p:cNvPicPr preferRelativeResize="0"/>
          <p:nvPr/>
        </p:nvPicPr>
        <p:blipFill rotWithShape="1">
          <a:blip r:embed="rId2">
            <a:alphaModFix/>
          </a:blip>
          <a:srcRect b="0" l="0" r="0" t="0"/>
          <a:stretch/>
        </p:blipFill>
        <p:spPr>
          <a:xfrm>
            <a:off x="200291" y="4731848"/>
            <a:ext cx="520166" cy="216736"/>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Sammenligning">
  <p:cSld name="7_Sammenligning">
    <p:bg>
      <p:bgPr>
        <a:solidFill>
          <a:srgbClr val="000000"/>
        </a:solidFill>
      </p:bgPr>
    </p:bg>
    <p:spTree>
      <p:nvGrpSpPr>
        <p:cNvPr id="132" name="Shape 132"/>
        <p:cNvGrpSpPr/>
        <p:nvPr/>
      </p:nvGrpSpPr>
      <p:grpSpPr>
        <a:xfrm>
          <a:off x="0" y="0"/>
          <a:ext cx="0" cy="0"/>
          <a:chOff x="0" y="0"/>
          <a:chExt cx="0" cy="0"/>
        </a:xfrm>
      </p:grpSpPr>
      <p:sp>
        <p:nvSpPr>
          <p:cNvPr id="133" name="Google Shape;133;p24"/>
          <p:cNvSpPr txBox="1"/>
          <p:nvPr>
            <p:ph type="title"/>
          </p:nvPr>
        </p:nvSpPr>
        <p:spPr>
          <a:xfrm>
            <a:off x="401962" y="273844"/>
            <a:ext cx="8275800" cy="7509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E1EEFA"/>
              </a:buClr>
              <a:buSzPts val="2400"/>
              <a:buFont typeface="Arial"/>
              <a:buNone/>
              <a:defRPr>
                <a:solidFill>
                  <a:srgbClr val="E1EEFA"/>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descr="Klikk for å redigere tekststiler i malen" id="134" name="Google Shape;134;p24"/>
          <p:cNvSpPr txBox="1"/>
          <p:nvPr>
            <p:ph idx="1" type="body"/>
          </p:nvPr>
        </p:nvSpPr>
        <p:spPr>
          <a:xfrm>
            <a:off x="401962" y="1204547"/>
            <a:ext cx="3915000" cy="3185700"/>
          </a:xfrm>
          <a:prstGeom prst="rect">
            <a:avLst/>
          </a:prstGeom>
          <a:noFill/>
          <a:ln>
            <a:noFill/>
          </a:ln>
        </p:spPr>
        <p:txBody>
          <a:bodyPr anchorCtr="0" anchor="t" bIns="34275" lIns="67500" spcFirstLastPara="1" rIns="68575" wrap="square" tIns="34275">
            <a:normAutofit/>
          </a:bodyPr>
          <a:lstStyle>
            <a:lvl1pPr indent="-228600" lvl="0" marL="457200" algn="l">
              <a:lnSpc>
                <a:spcPct val="90000"/>
              </a:lnSpc>
              <a:spcBef>
                <a:spcPts val="800"/>
              </a:spcBef>
              <a:spcAft>
                <a:spcPts val="0"/>
              </a:spcAft>
              <a:buClr>
                <a:srgbClr val="E1EEFA"/>
              </a:buClr>
              <a:buSzPts val="1800"/>
              <a:buNone/>
              <a:defRPr b="0" sz="1800">
                <a:solidFill>
                  <a:srgbClr val="E1EEFA"/>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descr="Klikk for å redigere tekststiler i malen" id="135" name="Google Shape;135;p24"/>
          <p:cNvSpPr txBox="1"/>
          <p:nvPr>
            <p:ph idx="2" type="body"/>
          </p:nvPr>
        </p:nvSpPr>
        <p:spPr>
          <a:xfrm>
            <a:off x="4762752" y="1204547"/>
            <a:ext cx="3915000" cy="3185700"/>
          </a:xfrm>
          <a:prstGeom prst="rect">
            <a:avLst/>
          </a:prstGeom>
          <a:noFill/>
          <a:ln>
            <a:noFill/>
          </a:ln>
        </p:spPr>
        <p:txBody>
          <a:bodyPr anchorCtr="0" anchor="t" bIns="34275" lIns="67500" spcFirstLastPara="1" rIns="68575" wrap="square" tIns="34275">
            <a:normAutofit/>
          </a:bodyPr>
          <a:lstStyle>
            <a:lvl1pPr indent="-228600" lvl="0" marL="457200" algn="l">
              <a:lnSpc>
                <a:spcPct val="90000"/>
              </a:lnSpc>
              <a:spcBef>
                <a:spcPts val="800"/>
              </a:spcBef>
              <a:spcAft>
                <a:spcPts val="0"/>
              </a:spcAft>
              <a:buClr>
                <a:srgbClr val="E1EEFA"/>
              </a:buClr>
              <a:buSzPts val="1800"/>
              <a:buNone/>
              <a:defRPr b="0" sz="1800">
                <a:solidFill>
                  <a:srgbClr val="E1EEFA"/>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6" name="Google Shape;136;p24"/>
          <p:cNvSpPr txBox="1"/>
          <p:nvPr>
            <p:ph idx="3" type="body"/>
          </p:nvPr>
        </p:nvSpPr>
        <p:spPr>
          <a:xfrm>
            <a:off x="5594747" y="4777979"/>
            <a:ext cx="2406300" cy="273900"/>
          </a:xfrm>
          <a:prstGeom prst="rect">
            <a:avLst/>
          </a:prstGeom>
          <a:noFill/>
          <a:ln>
            <a:noFill/>
          </a:ln>
        </p:spPr>
        <p:txBody>
          <a:bodyPr anchorCtr="0" anchor="t" bIns="34275" lIns="67500" spcFirstLastPara="1" rIns="68575" wrap="square" tIns="34275">
            <a:normAutofit/>
          </a:bodyPr>
          <a:lstStyle>
            <a:lvl1pPr indent="-228600" lvl="0" marL="457200" algn="r">
              <a:lnSpc>
                <a:spcPct val="90000"/>
              </a:lnSpc>
              <a:spcBef>
                <a:spcPts val="800"/>
              </a:spcBef>
              <a:spcAft>
                <a:spcPts val="0"/>
              </a:spcAft>
              <a:buClr>
                <a:schemeClr val="dk1"/>
              </a:buClr>
              <a:buSzPts val="800"/>
              <a:buNone/>
              <a:defRPr b="0" i="0" sz="800">
                <a:latin typeface="Helvetica Neue"/>
                <a:ea typeface="Helvetica Neue"/>
                <a:cs typeface="Helvetica Neue"/>
                <a:sym typeface="Helvetica Neue"/>
              </a:defRPr>
            </a:lvl1pPr>
            <a:lvl2pPr indent="-228600" lvl="1" marL="914400" algn="l">
              <a:lnSpc>
                <a:spcPct val="90000"/>
              </a:lnSpc>
              <a:spcBef>
                <a:spcPts val="400"/>
              </a:spcBef>
              <a:spcAft>
                <a:spcPts val="0"/>
              </a:spcAft>
              <a:buClr>
                <a:schemeClr val="dk1"/>
              </a:buClr>
              <a:buSzPts val="700"/>
              <a:buNone/>
              <a:defRPr sz="700"/>
            </a:lvl2pPr>
            <a:lvl3pPr indent="-273050" lvl="2" marL="1371600" algn="l">
              <a:lnSpc>
                <a:spcPct val="90000"/>
              </a:lnSpc>
              <a:spcBef>
                <a:spcPts val="400"/>
              </a:spcBef>
              <a:spcAft>
                <a:spcPts val="0"/>
              </a:spcAft>
              <a:buClr>
                <a:schemeClr val="dk1"/>
              </a:buClr>
              <a:buSzPts val="700"/>
              <a:buChar char="•"/>
              <a:defRPr sz="700"/>
            </a:lvl3pPr>
            <a:lvl4pPr indent="-273050" lvl="3" marL="1828800" algn="l">
              <a:lnSpc>
                <a:spcPct val="90000"/>
              </a:lnSpc>
              <a:spcBef>
                <a:spcPts val="400"/>
              </a:spcBef>
              <a:spcAft>
                <a:spcPts val="0"/>
              </a:spcAft>
              <a:buClr>
                <a:schemeClr val="dk1"/>
              </a:buClr>
              <a:buSzPts val="700"/>
              <a:buChar char="•"/>
              <a:defRPr sz="700"/>
            </a:lvl4pPr>
            <a:lvl5pPr indent="-273050" lvl="4" marL="2286000" algn="l">
              <a:lnSpc>
                <a:spcPct val="90000"/>
              </a:lnSpc>
              <a:spcBef>
                <a:spcPts val="400"/>
              </a:spcBef>
              <a:spcAft>
                <a:spcPts val="0"/>
              </a:spcAft>
              <a:buClr>
                <a:schemeClr val="dk1"/>
              </a:buClr>
              <a:buSzPts val="700"/>
              <a:buChar char="•"/>
              <a:defRPr sz="7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7" name="Google Shape;137;p24"/>
          <p:cNvSpPr txBox="1"/>
          <p:nvPr>
            <p:ph idx="12" type="sldNum"/>
          </p:nvPr>
        </p:nvSpPr>
        <p:spPr>
          <a:xfrm>
            <a:off x="8045605" y="4777978"/>
            <a:ext cx="971700" cy="2739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no"/>
              <a:t>‹#›</a:t>
            </a:fld>
            <a:endParaRPr/>
          </a:p>
        </p:txBody>
      </p:sp>
      <p:pic>
        <p:nvPicPr>
          <p:cNvPr id="138" name="Google Shape;138;p24"/>
          <p:cNvPicPr preferRelativeResize="0"/>
          <p:nvPr/>
        </p:nvPicPr>
        <p:blipFill rotWithShape="1">
          <a:blip r:embed="rId2">
            <a:alphaModFix/>
          </a:blip>
          <a:srcRect b="0" l="0" r="0" t="0"/>
          <a:stretch/>
        </p:blipFill>
        <p:spPr>
          <a:xfrm>
            <a:off x="200291" y="4731848"/>
            <a:ext cx="520166" cy="216736"/>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Sammenligning">
  <p:cSld name="6_Sammenligning">
    <p:bg>
      <p:bgPr>
        <a:solidFill>
          <a:srgbClr val="000000"/>
        </a:solidFill>
      </p:bgPr>
    </p:bg>
    <p:spTree>
      <p:nvGrpSpPr>
        <p:cNvPr id="139" name="Shape 139"/>
        <p:cNvGrpSpPr/>
        <p:nvPr/>
      </p:nvGrpSpPr>
      <p:grpSpPr>
        <a:xfrm>
          <a:off x="0" y="0"/>
          <a:ext cx="0" cy="0"/>
          <a:chOff x="0" y="0"/>
          <a:chExt cx="0" cy="0"/>
        </a:xfrm>
      </p:grpSpPr>
      <p:sp>
        <p:nvSpPr>
          <p:cNvPr id="140" name="Google Shape;140;p25"/>
          <p:cNvSpPr txBox="1"/>
          <p:nvPr>
            <p:ph type="title"/>
          </p:nvPr>
        </p:nvSpPr>
        <p:spPr>
          <a:xfrm>
            <a:off x="401962" y="273844"/>
            <a:ext cx="8275800" cy="7509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E1EEFA"/>
              </a:buClr>
              <a:buSzPts val="2400"/>
              <a:buFont typeface="Arial"/>
              <a:buNone/>
              <a:defRPr>
                <a:solidFill>
                  <a:srgbClr val="E1EEFA"/>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descr="Klikk for å redigere tekststiler i malen" id="141" name="Google Shape;141;p25"/>
          <p:cNvSpPr/>
          <p:nvPr>
            <p:ph idx="1" type="body"/>
          </p:nvPr>
        </p:nvSpPr>
        <p:spPr>
          <a:xfrm>
            <a:off x="401962" y="1204547"/>
            <a:ext cx="3915000" cy="3185700"/>
          </a:xfrm>
          <a:prstGeom prst="roundRect">
            <a:avLst>
              <a:gd fmla="val 5205" name="adj"/>
            </a:avLst>
          </a:prstGeom>
          <a:solidFill>
            <a:srgbClr val="F8EDDD"/>
          </a:solidFill>
          <a:ln>
            <a:noFill/>
          </a:ln>
        </p:spPr>
        <p:txBody>
          <a:bodyPr anchorCtr="0" anchor="t" bIns="108000" lIns="108000" spcFirstLastPara="1" rIns="108000" wrap="square" tIns="108000">
            <a:normAutofit/>
          </a:bodyPr>
          <a:lstStyle>
            <a:lvl1pPr indent="-228600" lvl="0" marL="457200" algn="l">
              <a:lnSpc>
                <a:spcPct val="90000"/>
              </a:lnSpc>
              <a:spcBef>
                <a:spcPts val="800"/>
              </a:spcBef>
              <a:spcAft>
                <a:spcPts val="0"/>
              </a:spcAft>
              <a:buClr>
                <a:srgbClr val="202A51"/>
              </a:buClr>
              <a:buSzPts val="1800"/>
              <a:buNone/>
              <a:defRPr b="0" sz="1800">
                <a:solidFill>
                  <a:srgbClr val="202A51"/>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descr="Klikk for å redigere tekststiler i malen" id="142" name="Google Shape;142;p25"/>
          <p:cNvSpPr/>
          <p:nvPr>
            <p:ph idx="2" type="body"/>
          </p:nvPr>
        </p:nvSpPr>
        <p:spPr>
          <a:xfrm>
            <a:off x="4762752" y="1204547"/>
            <a:ext cx="3915000" cy="3185700"/>
          </a:xfrm>
          <a:prstGeom prst="roundRect">
            <a:avLst>
              <a:gd fmla="val 6882" name="adj"/>
            </a:avLst>
          </a:prstGeom>
          <a:solidFill>
            <a:srgbClr val="F8EDDD"/>
          </a:solidFill>
          <a:ln>
            <a:noFill/>
          </a:ln>
        </p:spPr>
        <p:txBody>
          <a:bodyPr anchorCtr="0" anchor="t" bIns="108000" lIns="108000" spcFirstLastPara="1" rIns="108000" wrap="square" tIns="108000">
            <a:normAutofit/>
          </a:bodyPr>
          <a:lstStyle>
            <a:lvl1pPr indent="-228600" lvl="0" marL="457200" algn="l">
              <a:lnSpc>
                <a:spcPct val="90000"/>
              </a:lnSpc>
              <a:spcBef>
                <a:spcPts val="800"/>
              </a:spcBef>
              <a:spcAft>
                <a:spcPts val="0"/>
              </a:spcAft>
              <a:buClr>
                <a:srgbClr val="202A51"/>
              </a:buClr>
              <a:buSzPts val="1800"/>
              <a:buNone/>
              <a:defRPr b="0" sz="1800">
                <a:solidFill>
                  <a:srgbClr val="202A51"/>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3" name="Google Shape;143;p25"/>
          <p:cNvSpPr txBox="1"/>
          <p:nvPr>
            <p:ph idx="3" type="body"/>
          </p:nvPr>
        </p:nvSpPr>
        <p:spPr>
          <a:xfrm>
            <a:off x="5594747" y="4777979"/>
            <a:ext cx="2406300" cy="273900"/>
          </a:xfrm>
          <a:prstGeom prst="rect">
            <a:avLst/>
          </a:prstGeom>
          <a:noFill/>
          <a:ln>
            <a:noFill/>
          </a:ln>
        </p:spPr>
        <p:txBody>
          <a:bodyPr anchorCtr="0" anchor="t" bIns="34275" lIns="67500" spcFirstLastPara="1" rIns="68575" wrap="square" tIns="34275">
            <a:normAutofit/>
          </a:bodyPr>
          <a:lstStyle>
            <a:lvl1pPr indent="-228600" lvl="0" marL="457200" algn="r">
              <a:lnSpc>
                <a:spcPct val="90000"/>
              </a:lnSpc>
              <a:spcBef>
                <a:spcPts val="800"/>
              </a:spcBef>
              <a:spcAft>
                <a:spcPts val="0"/>
              </a:spcAft>
              <a:buClr>
                <a:srgbClr val="E1EEFA"/>
              </a:buClr>
              <a:buSzPts val="800"/>
              <a:buNone/>
              <a:defRPr b="0" i="0" sz="800">
                <a:solidFill>
                  <a:srgbClr val="E1EEFA"/>
                </a:solidFill>
                <a:latin typeface="Helvetica Neue"/>
                <a:ea typeface="Helvetica Neue"/>
                <a:cs typeface="Helvetica Neue"/>
                <a:sym typeface="Helvetica Neue"/>
              </a:defRPr>
            </a:lvl1pPr>
            <a:lvl2pPr indent="-228600" lvl="1" marL="914400" algn="l">
              <a:lnSpc>
                <a:spcPct val="90000"/>
              </a:lnSpc>
              <a:spcBef>
                <a:spcPts val="400"/>
              </a:spcBef>
              <a:spcAft>
                <a:spcPts val="0"/>
              </a:spcAft>
              <a:buClr>
                <a:schemeClr val="dk1"/>
              </a:buClr>
              <a:buSzPts val="700"/>
              <a:buNone/>
              <a:defRPr sz="700"/>
            </a:lvl2pPr>
            <a:lvl3pPr indent="-273050" lvl="2" marL="1371600" algn="l">
              <a:lnSpc>
                <a:spcPct val="90000"/>
              </a:lnSpc>
              <a:spcBef>
                <a:spcPts val="400"/>
              </a:spcBef>
              <a:spcAft>
                <a:spcPts val="0"/>
              </a:spcAft>
              <a:buClr>
                <a:schemeClr val="dk1"/>
              </a:buClr>
              <a:buSzPts val="700"/>
              <a:buChar char="•"/>
              <a:defRPr sz="700"/>
            </a:lvl3pPr>
            <a:lvl4pPr indent="-273050" lvl="3" marL="1828800" algn="l">
              <a:lnSpc>
                <a:spcPct val="90000"/>
              </a:lnSpc>
              <a:spcBef>
                <a:spcPts val="400"/>
              </a:spcBef>
              <a:spcAft>
                <a:spcPts val="0"/>
              </a:spcAft>
              <a:buClr>
                <a:schemeClr val="dk1"/>
              </a:buClr>
              <a:buSzPts val="700"/>
              <a:buChar char="•"/>
              <a:defRPr sz="700"/>
            </a:lvl4pPr>
            <a:lvl5pPr indent="-273050" lvl="4" marL="2286000" algn="l">
              <a:lnSpc>
                <a:spcPct val="90000"/>
              </a:lnSpc>
              <a:spcBef>
                <a:spcPts val="400"/>
              </a:spcBef>
              <a:spcAft>
                <a:spcPts val="0"/>
              </a:spcAft>
              <a:buClr>
                <a:schemeClr val="dk1"/>
              </a:buClr>
              <a:buSzPts val="700"/>
              <a:buChar char="•"/>
              <a:defRPr sz="7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4" name="Google Shape;144;p25"/>
          <p:cNvSpPr txBox="1"/>
          <p:nvPr>
            <p:ph idx="12" type="sldNum"/>
          </p:nvPr>
        </p:nvSpPr>
        <p:spPr>
          <a:xfrm>
            <a:off x="8045605" y="4777978"/>
            <a:ext cx="971700" cy="2739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b="0" i="0" sz="900" u="none" cap="none" strike="noStrike">
                <a:solidFill>
                  <a:srgbClr val="E1EEFA"/>
                </a:solidFill>
                <a:latin typeface="Calibri"/>
                <a:ea typeface="Calibri"/>
                <a:cs typeface="Calibri"/>
                <a:sym typeface="Calibri"/>
              </a:defRPr>
            </a:lvl1pPr>
            <a:lvl2pPr indent="0" lvl="1" marL="0" algn="r">
              <a:spcBef>
                <a:spcPts val="0"/>
              </a:spcBef>
              <a:buNone/>
              <a:defRPr b="0" i="0" sz="900" u="none" cap="none" strike="noStrike">
                <a:solidFill>
                  <a:srgbClr val="E1EEFA"/>
                </a:solidFill>
                <a:latin typeface="Calibri"/>
                <a:ea typeface="Calibri"/>
                <a:cs typeface="Calibri"/>
                <a:sym typeface="Calibri"/>
              </a:defRPr>
            </a:lvl2pPr>
            <a:lvl3pPr indent="0" lvl="2" marL="0" algn="r">
              <a:spcBef>
                <a:spcPts val="0"/>
              </a:spcBef>
              <a:buNone/>
              <a:defRPr b="0" i="0" sz="900" u="none" cap="none" strike="noStrike">
                <a:solidFill>
                  <a:srgbClr val="E1EEFA"/>
                </a:solidFill>
                <a:latin typeface="Calibri"/>
                <a:ea typeface="Calibri"/>
                <a:cs typeface="Calibri"/>
                <a:sym typeface="Calibri"/>
              </a:defRPr>
            </a:lvl3pPr>
            <a:lvl4pPr indent="0" lvl="3" marL="0" algn="r">
              <a:spcBef>
                <a:spcPts val="0"/>
              </a:spcBef>
              <a:buNone/>
              <a:defRPr b="0" i="0" sz="900" u="none" cap="none" strike="noStrike">
                <a:solidFill>
                  <a:srgbClr val="E1EEFA"/>
                </a:solidFill>
                <a:latin typeface="Calibri"/>
                <a:ea typeface="Calibri"/>
                <a:cs typeface="Calibri"/>
                <a:sym typeface="Calibri"/>
              </a:defRPr>
            </a:lvl4pPr>
            <a:lvl5pPr indent="0" lvl="4" marL="0" algn="r">
              <a:spcBef>
                <a:spcPts val="0"/>
              </a:spcBef>
              <a:buNone/>
              <a:defRPr b="0" i="0" sz="900" u="none" cap="none" strike="noStrike">
                <a:solidFill>
                  <a:srgbClr val="E1EEFA"/>
                </a:solidFill>
                <a:latin typeface="Calibri"/>
                <a:ea typeface="Calibri"/>
                <a:cs typeface="Calibri"/>
                <a:sym typeface="Calibri"/>
              </a:defRPr>
            </a:lvl5pPr>
            <a:lvl6pPr indent="0" lvl="5" marL="0" algn="r">
              <a:spcBef>
                <a:spcPts val="0"/>
              </a:spcBef>
              <a:buNone/>
              <a:defRPr b="0" i="0" sz="900" u="none" cap="none" strike="noStrike">
                <a:solidFill>
                  <a:srgbClr val="E1EEFA"/>
                </a:solidFill>
                <a:latin typeface="Calibri"/>
                <a:ea typeface="Calibri"/>
                <a:cs typeface="Calibri"/>
                <a:sym typeface="Calibri"/>
              </a:defRPr>
            </a:lvl6pPr>
            <a:lvl7pPr indent="0" lvl="6" marL="0" algn="r">
              <a:spcBef>
                <a:spcPts val="0"/>
              </a:spcBef>
              <a:buNone/>
              <a:defRPr b="0" i="0" sz="900" u="none" cap="none" strike="noStrike">
                <a:solidFill>
                  <a:srgbClr val="E1EEFA"/>
                </a:solidFill>
                <a:latin typeface="Calibri"/>
                <a:ea typeface="Calibri"/>
                <a:cs typeface="Calibri"/>
                <a:sym typeface="Calibri"/>
              </a:defRPr>
            </a:lvl7pPr>
            <a:lvl8pPr indent="0" lvl="7" marL="0" algn="r">
              <a:spcBef>
                <a:spcPts val="0"/>
              </a:spcBef>
              <a:buNone/>
              <a:defRPr b="0" i="0" sz="900" u="none" cap="none" strike="noStrike">
                <a:solidFill>
                  <a:srgbClr val="E1EEFA"/>
                </a:solidFill>
                <a:latin typeface="Calibri"/>
                <a:ea typeface="Calibri"/>
                <a:cs typeface="Calibri"/>
                <a:sym typeface="Calibri"/>
              </a:defRPr>
            </a:lvl8pPr>
            <a:lvl9pPr indent="0" lvl="8" marL="0" algn="r">
              <a:spcBef>
                <a:spcPts val="0"/>
              </a:spcBef>
              <a:buNone/>
              <a:defRPr b="0" i="0" sz="900" u="none" cap="none" strike="noStrike">
                <a:solidFill>
                  <a:srgbClr val="E1EEFA"/>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no"/>
              <a:t>‹#›</a:t>
            </a:fld>
            <a:endParaRPr/>
          </a:p>
        </p:txBody>
      </p:sp>
      <p:pic>
        <p:nvPicPr>
          <p:cNvPr id="145" name="Google Shape;145;p25"/>
          <p:cNvPicPr preferRelativeResize="0"/>
          <p:nvPr/>
        </p:nvPicPr>
        <p:blipFill rotWithShape="1">
          <a:blip r:embed="rId2">
            <a:alphaModFix/>
          </a:blip>
          <a:srcRect b="0" l="0" r="0" t="0"/>
          <a:stretch/>
        </p:blipFill>
        <p:spPr>
          <a:xfrm>
            <a:off x="200291" y="4731848"/>
            <a:ext cx="520166" cy="216736"/>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Sammenligning">
  <p:cSld name="5_Sammenligning">
    <p:bg>
      <p:bgPr>
        <a:solidFill>
          <a:srgbClr val="000000"/>
        </a:solidFill>
      </p:bgPr>
    </p:bg>
    <p:spTree>
      <p:nvGrpSpPr>
        <p:cNvPr id="146" name="Shape 146"/>
        <p:cNvGrpSpPr/>
        <p:nvPr/>
      </p:nvGrpSpPr>
      <p:grpSpPr>
        <a:xfrm>
          <a:off x="0" y="0"/>
          <a:ext cx="0" cy="0"/>
          <a:chOff x="0" y="0"/>
          <a:chExt cx="0" cy="0"/>
        </a:xfrm>
      </p:grpSpPr>
      <p:sp>
        <p:nvSpPr>
          <p:cNvPr id="147" name="Google Shape;147;p26"/>
          <p:cNvSpPr txBox="1"/>
          <p:nvPr>
            <p:ph type="title"/>
          </p:nvPr>
        </p:nvSpPr>
        <p:spPr>
          <a:xfrm>
            <a:off x="401962" y="273844"/>
            <a:ext cx="8275800" cy="7509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E1EEFA"/>
              </a:buClr>
              <a:buSzPts val="2400"/>
              <a:buFont typeface="Arial"/>
              <a:buNone/>
              <a:defRPr>
                <a:solidFill>
                  <a:srgbClr val="E1EEFA"/>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descr="Klikk for å redigere tekststiler i malen" id="148" name="Google Shape;148;p26"/>
          <p:cNvSpPr txBox="1"/>
          <p:nvPr>
            <p:ph idx="1" type="body"/>
          </p:nvPr>
        </p:nvSpPr>
        <p:spPr>
          <a:xfrm>
            <a:off x="401962" y="1204547"/>
            <a:ext cx="2430000" cy="3185700"/>
          </a:xfrm>
          <a:prstGeom prst="rect">
            <a:avLst/>
          </a:prstGeom>
          <a:noFill/>
          <a:ln>
            <a:noFill/>
          </a:ln>
        </p:spPr>
        <p:txBody>
          <a:bodyPr anchorCtr="0" anchor="t" bIns="34275" lIns="67500" spcFirstLastPara="1" rIns="68575" wrap="square" tIns="34275">
            <a:normAutofit/>
          </a:bodyPr>
          <a:lstStyle>
            <a:lvl1pPr indent="-228600" lvl="0" marL="457200" algn="l">
              <a:lnSpc>
                <a:spcPct val="90000"/>
              </a:lnSpc>
              <a:spcBef>
                <a:spcPts val="800"/>
              </a:spcBef>
              <a:spcAft>
                <a:spcPts val="0"/>
              </a:spcAft>
              <a:buClr>
                <a:srgbClr val="E1EEFA"/>
              </a:buClr>
              <a:buSzPts val="1800"/>
              <a:buNone/>
              <a:defRPr b="0" sz="1800">
                <a:solidFill>
                  <a:srgbClr val="E1EEFA"/>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descr="Klikk for å redigere tekststiler i malen" id="149" name="Google Shape;149;p26"/>
          <p:cNvSpPr txBox="1"/>
          <p:nvPr>
            <p:ph idx="2" type="body"/>
          </p:nvPr>
        </p:nvSpPr>
        <p:spPr>
          <a:xfrm>
            <a:off x="3324857" y="1204547"/>
            <a:ext cx="2430000" cy="3185700"/>
          </a:xfrm>
          <a:prstGeom prst="rect">
            <a:avLst/>
          </a:prstGeom>
          <a:noFill/>
          <a:ln>
            <a:noFill/>
          </a:ln>
        </p:spPr>
        <p:txBody>
          <a:bodyPr anchorCtr="0" anchor="t" bIns="34275" lIns="67500" spcFirstLastPara="1" rIns="68575" wrap="square" tIns="34275">
            <a:normAutofit/>
          </a:bodyPr>
          <a:lstStyle>
            <a:lvl1pPr indent="-228600" lvl="0" marL="457200" algn="l">
              <a:lnSpc>
                <a:spcPct val="90000"/>
              </a:lnSpc>
              <a:spcBef>
                <a:spcPts val="800"/>
              </a:spcBef>
              <a:spcAft>
                <a:spcPts val="0"/>
              </a:spcAft>
              <a:buClr>
                <a:srgbClr val="E1EEFA"/>
              </a:buClr>
              <a:buSzPts val="1800"/>
              <a:buNone/>
              <a:defRPr b="0" sz="1800">
                <a:solidFill>
                  <a:srgbClr val="E1EEFA"/>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descr="Klikk for å redigere tekststiler i malen" id="150" name="Google Shape;150;p26"/>
          <p:cNvSpPr txBox="1"/>
          <p:nvPr>
            <p:ph idx="3" type="body"/>
          </p:nvPr>
        </p:nvSpPr>
        <p:spPr>
          <a:xfrm>
            <a:off x="6247752" y="1204547"/>
            <a:ext cx="2430000" cy="3185700"/>
          </a:xfrm>
          <a:prstGeom prst="rect">
            <a:avLst/>
          </a:prstGeom>
          <a:noFill/>
          <a:ln>
            <a:noFill/>
          </a:ln>
        </p:spPr>
        <p:txBody>
          <a:bodyPr anchorCtr="0" anchor="t" bIns="34275" lIns="67500" spcFirstLastPara="1" rIns="68575" wrap="square" tIns="34275">
            <a:normAutofit/>
          </a:bodyPr>
          <a:lstStyle>
            <a:lvl1pPr indent="-228600" lvl="0" marL="457200" algn="l">
              <a:lnSpc>
                <a:spcPct val="90000"/>
              </a:lnSpc>
              <a:spcBef>
                <a:spcPts val="800"/>
              </a:spcBef>
              <a:spcAft>
                <a:spcPts val="0"/>
              </a:spcAft>
              <a:buClr>
                <a:srgbClr val="E1EEFA"/>
              </a:buClr>
              <a:buSzPts val="1800"/>
              <a:buNone/>
              <a:defRPr b="0" sz="1800">
                <a:solidFill>
                  <a:srgbClr val="E1EEFA"/>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1" name="Google Shape;151;p26"/>
          <p:cNvSpPr txBox="1"/>
          <p:nvPr>
            <p:ph idx="4" type="body"/>
          </p:nvPr>
        </p:nvSpPr>
        <p:spPr>
          <a:xfrm>
            <a:off x="5594747" y="4777979"/>
            <a:ext cx="2406300" cy="273900"/>
          </a:xfrm>
          <a:prstGeom prst="rect">
            <a:avLst/>
          </a:prstGeom>
          <a:noFill/>
          <a:ln>
            <a:noFill/>
          </a:ln>
        </p:spPr>
        <p:txBody>
          <a:bodyPr anchorCtr="0" anchor="t" bIns="34275" lIns="67500" spcFirstLastPara="1" rIns="68575" wrap="square" tIns="34275">
            <a:normAutofit/>
          </a:bodyPr>
          <a:lstStyle>
            <a:lvl1pPr indent="-228600" lvl="0" marL="457200" algn="r">
              <a:lnSpc>
                <a:spcPct val="90000"/>
              </a:lnSpc>
              <a:spcBef>
                <a:spcPts val="800"/>
              </a:spcBef>
              <a:spcAft>
                <a:spcPts val="0"/>
              </a:spcAft>
              <a:buClr>
                <a:srgbClr val="E1EEFA"/>
              </a:buClr>
              <a:buSzPts val="800"/>
              <a:buNone/>
              <a:defRPr b="0" i="0" sz="800">
                <a:solidFill>
                  <a:srgbClr val="E1EEFA"/>
                </a:solidFill>
                <a:latin typeface="Helvetica Neue"/>
                <a:ea typeface="Helvetica Neue"/>
                <a:cs typeface="Helvetica Neue"/>
                <a:sym typeface="Helvetica Neue"/>
              </a:defRPr>
            </a:lvl1pPr>
            <a:lvl2pPr indent="-228600" lvl="1" marL="914400" algn="l">
              <a:lnSpc>
                <a:spcPct val="90000"/>
              </a:lnSpc>
              <a:spcBef>
                <a:spcPts val="400"/>
              </a:spcBef>
              <a:spcAft>
                <a:spcPts val="0"/>
              </a:spcAft>
              <a:buClr>
                <a:schemeClr val="dk1"/>
              </a:buClr>
              <a:buSzPts val="700"/>
              <a:buNone/>
              <a:defRPr sz="700"/>
            </a:lvl2pPr>
            <a:lvl3pPr indent="-273050" lvl="2" marL="1371600" algn="l">
              <a:lnSpc>
                <a:spcPct val="90000"/>
              </a:lnSpc>
              <a:spcBef>
                <a:spcPts val="400"/>
              </a:spcBef>
              <a:spcAft>
                <a:spcPts val="0"/>
              </a:spcAft>
              <a:buClr>
                <a:schemeClr val="dk1"/>
              </a:buClr>
              <a:buSzPts val="700"/>
              <a:buChar char="•"/>
              <a:defRPr sz="700"/>
            </a:lvl3pPr>
            <a:lvl4pPr indent="-273050" lvl="3" marL="1828800" algn="l">
              <a:lnSpc>
                <a:spcPct val="90000"/>
              </a:lnSpc>
              <a:spcBef>
                <a:spcPts val="400"/>
              </a:spcBef>
              <a:spcAft>
                <a:spcPts val="0"/>
              </a:spcAft>
              <a:buClr>
                <a:schemeClr val="dk1"/>
              </a:buClr>
              <a:buSzPts val="700"/>
              <a:buChar char="•"/>
              <a:defRPr sz="700"/>
            </a:lvl4pPr>
            <a:lvl5pPr indent="-273050" lvl="4" marL="2286000" algn="l">
              <a:lnSpc>
                <a:spcPct val="90000"/>
              </a:lnSpc>
              <a:spcBef>
                <a:spcPts val="400"/>
              </a:spcBef>
              <a:spcAft>
                <a:spcPts val="0"/>
              </a:spcAft>
              <a:buClr>
                <a:schemeClr val="dk1"/>
              </a:buClr>
              <a:buSzPts val="700"/>
              <a:buChar char="•"/>
              <a:defRPr sz="7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2" name="Google Shape;152;p26"/>
          <p:cNvSpPr txBox="1"/>
          <p:nvPr>
            <p:ph idx="12" type="sldNum"/>
          </p:nvPr>
        </p:nvSpPr>
        <p:spPr>
          <a:xfrm>
            <a:off x="8045605" y="4777978"/>
            <a:ext cx="971700" cy="2739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b="0" i="0" sz="900" u="none" cap="none" strike="noStrike">
                <a:solidFill>
                  <a:srgbClr val="E1EEFA"/>
                </a:solidFill>
                <a:latin typeface="Calibri"/>
                <a:ea typeface="Calibri"/>
                <a:cs typeface="Calibri"/>
                <a:sym typeface="Calibri"/>
              </a:defRPr>
            </a:lvl1pPr>
            <a:lvl2pPr indent="0" lvl="1" marL="0" algn="r">
              <a:spcBef>
                <a:spcPts val="0"/>
              </a:spcBef>
              <a:buNone/>
              <a:defRPr b="0" i="0" sz="900" u="none" cap="none" strike="noStrike">
                <a:solidFill>
                  <a:srgbClr val="E1EEFA"/>
                </a:solidFill>
                <a:latin typeface="Calibri"/>
                <a:ea typeface="Calibri"/>
                <a:cs typeface="Calibri"/>
                <a:sym typeface="Calibri"/>
              </a:defRPr>
            </a:lvl2pPr>
            <a:lvl3pPr indent="0" lvl="2" marL="0" algn="r">
              <a:spcBef>
                <a:spcPts val="0"/>
              </a:spcBef>
              <a:buNone/>
              <a:defRPr b="0" i="0" sz="900" u="none" cap="none" strike="noStrike">
                <a:solidFill>
                  <a:srgbClr val="E1EEFA"/>
                </a:solidFill>
                <a:latin typeface="Calibri"/>
                <a:ea typeface="Calibri"/>
                <a:cs typeface="Calibri"/>
                <a:sym typeface="Calibri"/>
              </a:defRPr>
            </a:lvl3pPr>
            <a:lvl4pPr indent="0" lvl="3" marL="0" algn="r">
              <a:spcBef>
                <a:spcPts val="0"/>
              </a:spcBef>
              <a:buNone/>
              <a:defRPr b="0" i="0" sz="900" u="none" cap="none" strike="noStrike">
                <a:solidFill>
                  <a:srgbClr val="E1EEFA"/>
                </a:solidFill>
                <a:latin typeface="Calibri"/>
                <a:ea typeface="Calibri"/>
                <a:cs typeface="Calibri"/>
                <a:sym typeface="Calibri"/>
              </a:defRPr>
            </a:lvl4pPr>
            <a:lvl5pPr indent="0" lvl="4" marL="0" algn="r">
              <a:spcBef>
                <a:spcPts val="0"/>
              </a:spcBef>
              <a:buNone/>
              <a:defRPr b="0" i="0" sz="900" u="none" cap="none" strike="noStrike">
                <a:solidFill>
                  <a:srgbClr val="E1EEFA"/>
                </a:solidFill>
                <a:latin typeface="Calibri"/>
                <a:ea typeface="Calibri"/>
                <a:cs typeface="Calibri"/>
                <a:sym typeface="Calibri"/>
              </a:defRPr>
            </a:lvl5pPr>
            <a:lvl6pPr indent="0" lvl="5" marL="0" algn="r">
              <a:spcBef>
                <a:spcPts val="0"/>
              </a:spcBef>
              <a:buNone/>
              <a:defRPr b="0" i="0" sz="900" u="none" cap="none" strike="noStrike">
                <a:solidFill>
                  <a:srgbClr val="E1EEFA"/>
                </a:solidFill>
                <a:latin typeface="Calibri"/>
                <a:ea typeface="Calibri"/>
                <a:cs typeface="Calibri"/>
                <a:sym typeface="Calibri"/>
              </a:defRPr>
            </a:lvl6pPr>
            <a:lvl7pPr indent="0" lvl="6" marL="0" algn="r">
              <a:spcBef>
                <a:spcPts val="0"/>
              </a:spcBef>
              <a:buNone/>
              <a:defRPr b="0" i="0" sz="900" u="none" cap="none" strike="noStrike">
                <a:solidFill>
                  <a:srgbClr val="E1EEFA"/>
                </a:solidFill>
                <a:latin typeface="Calibri"/>
                <a:ea typeface="Calibri"/>
                <a:cs typeface="Calibri"/>
                <a:sym typeface="Calibri"/>
              </a:defRPr>
            </a:lvl7pPr>
            <a:lvl8pPr indent="0" lvl="7" marL="0" algn="r">
              <a:spcBef>
                <a:spcPts val="0"/>
              </a:spcBef>
              <a:buNone/>
              <a:defRPr b="0" i="0" sz="900" u="none" cap="none" strike="noStrike">
                <a:solidFill>
                  <a:srgbClr val="E1EEFA"/>
                </a:solidFill>
                <a:latin typeface="Calibri"/>
                <a:ea typeface="Calibri"/>
                <a:cs typeface="Calibri"/>
                <a:sym typeface="Calibri"/>
              </a:defRPr>
            </a:lvl8pPr>
            <a:lvl9pPr indent="0" lvl="8" marL="0" algn="r">
              <a:spcBef>
                <a:spcPts val="0"/>
              </a:spcBef>
              <a:buNone/>
              <a:defRPr b="0" i="0" sz="900" u="none" cap="none" strike="noStrike">
                <a:solidFill>
                  <a:srgbClr val="E1EEFA"/>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no"/>
              <a:t>‹#›</a:t>
            </a:fld>
            <a:endParaRPr/>
          </a:p>
        </p:txBody>
      </p:sp>
      <p:pic>
        <p:nvPicPr>
          <p:cNvPr id="153" name="Google Shape;153;p26"/>
          <p:cNvPicPr preferRelativeResize="0"/>
          <p:nvPr/>
        </p:nvPicPr>
        <p:blipFill rotWithShape="1">
          <a:blip r:embed="rId2">
            <a:alphaModFix/>
          </a:blip>
          <a:srcRect b="0" l="0" r="0" t="0"/>
          <a:stretch/>
        </p:blipFill>
        <p:spPr>
          <a:xfrm>
            <a:off x="200291" y="4731848"/>
            <a:ext cx="520166" cy="216736"/>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Sammenligning">
  <p:cSld name="4_Sammenligning">
    <p:bg>
      <p:bgPr>
        <a:solidFill>
          <a:srgbClr val="000000"/>
        </a:solidFill>
      </p:bgPr>
    </p:bg>
    <p:spTree>
      <p:nvGrpSpPr>
        <p:cNvPr id="154" name="Shape 154"/>
        <p:cNvGrpSpPr/>
        <p:nvPr/>
      </p:nvGrpSpPr>
      <p:grpSpPr>
        <a:xfrm>
          <a:off x="0" y="0"/>
          <a:ext cx="0" cy="0"/>
          <a:chOff x="0" y="0"/>
          <a:chExt cx="0" cy="0"/>
        </a:xfrm>
      </p:grpSpPr>
      <p:sp>
        <p:nvSpPr>
          <p:cNvPr id="155" name="Google Shape;155;p27"/>
          <p:cNvSpPr txBox="1"/>
          <p:nvPr>
            <p:ph type="title"/>
          </p:nvPr>
        </p:nvSpPr>
        <p:spPr>
          <a:xfrm>
            <a:off x="401962" y="273844"/>
            <a:ext cx="8275800" cy="7509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E1EEFA"/>
              </a:buClr>
              <a:buSzPts val="2400"/>
              <a:buFont typeface="Arial"/>
              <a:buNone/>
              <a:defRPr>
                <a:solidFill>
                  <a:srgbClr val="E1EEFA"/>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descr="Klikk for å redigere tekststiler i malen" id="156" name="Google Shape;156;p27"/>
          <p:cNvSpPr/>
          <p:nvPr>
            <p:ph idx="1" type="body"/>
          </p:nvPr>
        </p:nvSpPr>
        <p:spPr>
          <a:xfrm>
            <a:off x="401962" y="1204547"/>
            <a:ext cx="2565000" cy="3185700"/>
          </a:xfrm>
          <a:prstGeom prst="roundRect">
            <a:avLst>
              <a:gd fmla="val 7157" name="adj"/>
            </a:avLst>
          </a:prstGeom>
          <a:solidFill>
            <a:srgbClr val="F8EDDD"/>
          </a:solidFill>
          <a:ln>
            <a:noFill/>
          </a:ln>
        </p:spPr>
        <p:txBody>
          <a:bodyPr anchorCtr="0" anchor="t" bIns="54000" lIns="81000" spcFirstLastPara="1" rIns="81000" wrap="square" tIns="54000">
            <a:normAutofit/>
          </a:bodyPr>
          <a:lstStyle>
            <a:lvl1pPr indent="-228600" lvl="0" marL="457200" algn="l">
              <a:lnSpc>
                <a:spcPct val="90000"/>
              </a:lnSpc>
              <a:spcBef>
                <a:spcPts val="800"/>
              </a:spcBef>
              <a:spcAft>
                <a:spcPts val="0"/>
              </a:spcAft>
              <a:buClr>
                <a:srgbClr val="202A51"/>
              </a:buClr>
              <a:buSzPts val="1800"/>
              <a:buNone/>
              <a:defRPr b="0" sz="1800">
                <a:solidFill>
                  <a:srgbClr val="202A51"/>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descr="Klikk for å redigere tekststiler i malen" id="157" name="Google Shape;157;p27"/>
          <p:cNvSpPr/>
          <p:nvPr>
            <p:ph idx="2" type="body"/>
          </p:nvPr>
        </p:nvSpPr>
        <p:spPr>
          <a:xfrm>
            <a:off x="3257357" y="1204547"/>
            <a:ext cx="2565000" cy="3185700"/>
          </a:xfrm>
          <a:prstGeom prst="roundRect">
            <a:avLst>
              <a:gd fmla="val 7464" name="adj"/>
            </a:avLst>
          </a:prstGeom>
          <a:solidFill>
            <a:srgbClr val="F8EDDD"/>
          </a:solidFill>
          <a:ln>
            <a:noFill/>
          </a:ln>
        </p:spPr>
        <p:txBody>
          <a:bodyPr anchorCtr="0" anchor="t" bIns="54000" lIns="81000" spcFirstLastPara="1" rIns="81000" wrap="square" tIns="54000">
            <a:normAutofit/>
          </a:bodyPr>
          <a:lstStyle>
            <a:lvl1pPr indent="-228600" lvl="0" marL="457200" algn="l">
              <a:lnSpc>
                <a:spcPct val="90000"/>
              </a:lnSpc>
              <a:spcBef>
                <a:spcPts val="800"/>
              </a:spcBef>
              <a:spcAft>
                <a:spcPts val="0"/>
              </a:spcAft>
              <a:buClr>
                <a:srgbClr val="202A51"/>
              </a:buClr>
              <a:buSzPts val="1800"/>
              <a:buNone/>
              <a:defRPr b="0" sz="1800">
                <a:solidFill>
                  <a:srgbClr val="202A51"/>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descr="Klikk for å redigere tekststiler i malen" id="158" name="Google Shape;158;p27"/>
          <p:cNvSpPr/>
          <p:nvPr>
            <p:ph idx="3" type="body"/>
          </p:nvPr>
        </p:nvSpPr>
        <p:spPr>
          <a:xfrm>
            <a:off x="6112752" y="1204547"/>
            <a:ext cx="2565000" cy="3185700"/>
          </a:xfrm>
          <a:prstGeom prst="roundRect">
            <a:avLst>
              <a:gd fmla="val 7158" name="adj"/>
            </a:avLst>
          </a:prstGeom>
          <a:solidFill>
            <a:srgbClr val="F8EDDD"/>
          </a:solidFill>
          <a:ln>
            <a:noFill/>
          </a:ln>
        </p:spPr>
        <p:txBody>
          <a:bodyPr anchorCtr="0" anchor="t" bIns="54000" lIns="81000" spcFirstLastPara="1" rIns="81000" wrap="square" tIns="54000">
            <a:normAutofit/>
          </a:bodyPr>
          <a:lstStyle>
            <a:lvl1pPr indent="-228600" lvl="0" marL="457200" algn="l">
              <a:lnSpc>
                <a:spcPct val="90000"/>
              </a:lnSpc>
              <a:spcBef>
                <a:spcPts val="800"/>
              </a:spcBef>
              <a:spcAft>
                <a:spcPts val="0"/>
              </a:spcAft>
              <a:buClr>
                <a:srgbClr val="202A51"/>
              </a:buClr>
              <a:buSzPts val="1800"/>
              <a:buNone/>
              <a:defRPr b="0" sz="1800">
                <a:solidFill>
                  <a:srgbClr val="202A51"/>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9" name="Google Shape;159;p27"/>
          <p:cNvSpPr txBox="1"/>
          <p:nvPr>
            <p:ph idx="4" type="body"/>
          </p:nvPr>
        </p:nvSpPr>
        <p:spPr>
          <a:xfrm>
            <a:off x="5594747" y="4777979"/>
            <a:ext cx="2406300" cy="273900"/>
          </a:xfrm>
          <a:prstGeom prst="rect">
            <a:avLst/>
          </a:prstGeom>
          <a:noFill/>
          <a:ln>
            <a:noFill/>
          </a:ln>
        </p:spPr>
        <p:txBody>
          <a:bodyPr anchorCtr="0" anchor="t" bIns="34275" lIns="67500" spcFirstLastPara="1" rIns="68575" wrap="square" tIns="34275">
            <a:normAutofit/>
          </a:bodyPr>
          <a:lstStyle>
            <a:lvl1pPr indent="-228600" lvl="0" marL="457200" algn="r">
              <a:lnSpc>
                <a:spcPct val="90000"/>
              </a:lnSpc>
              <a:spcBef>
                <a:spcPts val="800"/>
              </a:spcBef>
              <a:spcAft>
                <a:spcPts val="0"/>
              </a:spcAft>
              <a:buClr>
                <a:schemeClr val="dk1"/>
              </a:buClr>
              <a:buSzPts val="800"/>
              <a:buNone/>
              <a:defRPr b="0" i="0" sz="800">
                <a:latin typeface="Helvetica Neue"/>
                <a:ea typeface="Helvetica Neue"/>
                <a:cs typeface="Helvetica Neue"/>
                <a:sym typeface="Helvetica Neue"/>
              </a:defRPr>
            </a:lvl1pPr>
            <a:lvl2pPr indent="-228600" lvl="1" marL="914400" algn="l">
              <a:lnSpc>
                <a:spcPct val="90000"/>
              </a:lnSpc>
              <a:spcBef>
                <a:spcPts val="400"/>
              </a:spcBef>
              <a:spcAft>
                <a:spcPts val="0"/>
              </a:spcAft>
              <a:buClr>
                <a:schemeClr val="dk1"/>
              </a:buClr>
              <a:buSzPts val="700"/>
              <a:buNone/>
              <a:defRPr sz="700"/>
            </a:lvl2pPr>
            <a:lvl3pPr indent="-273050" lvl="2" marL="1371600" algn="l">
              <a:lnSpc>
                <a:spcPct val="90000"/>
              </a:lnSpc>
              <a:spcBef>
                <a:spcPts val="400"/>
              </a:spcBef>
              <a:spcAft>
                <a:spcPts val="0"/>
              </a:spcAft>
              <a:buClr>
                <a:schemeClr val="dk1"/>
              </a:buClr>
              <a:buSzPts val="700"/>
              <a:buChar char="•"/>
              <a:defRPr sz="700"/>
            </a:lvl3pPr>
            <a:lvl4pPr indent="-273050" lvl="3" marL="1828800" algn="l">
              <a:lnSpc>
                <a:spcPct val="90000"/>
              </a:lnSpc>
              <a:spcBef>
                <a:spcPts val="400"/>
              </a:spcBef>
              <a:spcAft>
                <a:spcPts val="0"/>
              </a:spcAft>
              <a:buClr>
                <a:schemeClr val="dk1"/>
              </a:buClr>
              <a:buSzPts val="700"/>
              <a:buChar char="•"/>
              <a:defRPr sz="700"/>
            </a:lvl4pPr>
            <a:lvl5pPr indent="-273050" lvl="4" marL="2286000" algn="l">
              <a:lnSpc>
                <a:spcPct val="90000"/>
              </a:lnSpc>
              <a:spcBef>
                <a:spcPts val="400"/>
              </a:spcBef>
              <a:spcAft>
                <a:spcPts val="0"/>
              </a:spcAft>
              <a:buClr>
                <a:schemeClr val="dk1"/>
              </a:buClr>
              <a:buSzPts val="700"/>
              <a:buChar char="•"/>
              <a:defRPr sz="7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0" name="Google Shape;160;p27"/>
          <p:cNvSpPr txBox="1"/>
          <p:nvPr>
            <p:ph idx="12" type="sldNum"/>
          </p:nvPr>
        </p:nvSpPr>
        <p:spPr>
          <a:xfrm>
            <a:off x="8045605" y="4777978"/>
            <a:ext cx="971700" cy="2739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no"/>
              <a:t>‹#›</a:t>
            </a:fld>
            <a:endParaRPr/>
          </a:p>
        </p:txBody>
      </p:sp>
      <p:pic>
        <p:nvPicPr>
          <p:cNvPr id="161" name="Google Shape;161;p27"/>
          <p:cNvPicPr preferRelativeResize="0"/>
          <p:nvPr/>
        </p:nvPicPr>
        <p:blipFill rotWithShape="1">
          <a:blip r:embed="rId2">
            <a:alphaModFix/>
          </a:blip>
          <a:srcRect b="0" l="0" r="0" t="0"/>
          <a:stretch/>
        </p:blipFill>
        <p:spPr>
          <a:xfrm>
            <a:off x="200291" y="4731848"/>
            <a:ext cx="520166" cy="216736"/>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Fullskjermbilde">
  <p:cSld name="2_Fullskjermbilde">
    <p:bg>
      <p:bgPr>
        <a:solidFill>
          <a:srgbClr val="000000"/>
        </a:solidFill>
      </p:bgPr>
    </p:bg>
    <p:spTree>
      <p:nvGrpSpPr>
        <p:cNvPr id="162" name="Shape 162"/>
        <p:cNvGrpSpPr/>
        <p:nvPr/>
      </p:nvGrpSpPr>
      <p:grpSpPr>
        <a:xfrm>
          <a:off x="0" y="0"/>
          <a:ext cx="0" cy="0"/>
          <a:chOff x="0" y="0"/>
          <a:chExt cx="0" cy="0"/>
        </a:xfrm>
      </p:grpSpPr>
      <p:sp>
        <p:nvSpPr>
          <p:cNvPr descr="1. plasser et bilde i rammen&#10;2. plasser lengst bak" id="163" name="Google Shape;163;p28"/>
          <p:cNvSpPr/>
          <p:nvPr>
            <p:ph idx="2" type="pic"/>
          </p:nvPr>
        </p:nvSpPr>
        <p:spPr>
          <a:xfrm>
            <a:off x="225653" y="-18535"/>
            <a:ext cx="8949600" cy="4449000"/>
          </a:xfrm>
          <a:prstGeom prst="rect">
            <a:avLst/>
          </a:prstGeom>
          <a:solidFill>
            <a:schemeClr val="lt1"/>
          </a:solidFill>
          <a:ln>
            <a:noFill/>
          </a:ln>
        </p:spPr>
      </p:sp>
      <p:sp>
        <p:nvSpPr>
          <p:cNvPr id="164" name="Google Shape;164;p28"/>
          <p:cNvSpPr txBox="1"/>
          <p:nvPr>
            <p:ph type="title"/>
          </p:nvPr>
        </p:nvSpPr>
        <p:spPr>
          <a:xfrm>
            <a:off x="628650" y="593297"/>
            <a:ext cx="7886700" cy="9942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rgbClr val="000000"/>
              </a:buClr>
              <a:buSzPts val="3600"/>
              <a:buFont typeface="Arial"/>
              <a:buNone/>
              <a:defRPr sz="3600">
                <a:solidFill>
                  <a:srgbClr val="000000"/>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5" name="Google Shape;165;p28"/>
          <p:cNvSpPr txBox="1"/>
          <p:nvPr>
            <p:ph idx="1" type="body"/>
          </p:nvPr>
        </p:nvSpPr>
        <p:spPr>
          <a:xfrm>
            <a:off x="5518298" y="4777979"/>
            <a:ext cx="2406300" cy="273900"/>
          </a:xfrm>
          <a:prstGeom prst="rect">
            <a:avLst/>
          </a:prstGeom>
          <a:noFill/>
          <a:ln>
            <a:noFill/>
          </a:ln>
        </p:spPr>
        <p:txBody>
          <a:bodyPr anchorCtr="0" anchor="t" bIns="34275" lIns="67500" spcFirstLastPara="1" rIns="68575" wrap="square" tIns="34275">
            <a:normAutofit/>
          </a:bodyPr>
          <a:lstStyle>
            <a:lvl1pPr indent="-228600" lvl="0" marL="457200" algn="r">
              <a:lnSpc>
                <a:spcPct val="90000"/>
              </a:lnSpc>
              <a:spcBef>
                <a:spcPts val="800"/>
              </a:spcBef>
              <a:spcAft>
                <a:spcPts val="0"/>
              </a:spcAft>
              <a:buClr>
                <a:schemeClr val="lt1"/>
              </a:buClr>
              <a:buSzPts val="800"/>
              <a:buNone/>
              <a:defRPr b="0" i="0" sz="800">
                <a:solidFill>
                  <a:schemeClr val="lt1"/>
                </a:solidFill>
                <a:latin typeface="Helvetica Neue"/>
                <a:ea typeface="Helvetica Neue"/>
                <a:cs typeface="Helvetica Neue"/>
                <a:sym typeface="Helvetica Neue"/>
              </a:defRPr>
            </a:lvl1pPr>
            <a:lvl2pPr indent="-228600" lvl="1" marL="914400" algn="l">
              <a:lnSpc>
                <a:spcPct val="90000"/>
              </a:lnSpc>
              <a:spcBef>
                <a:spcPts val="400"/>
              </a:spcBef>
              <a:spcAft>
                <a:spcPts val="0"/>
              </a:spcAft>
              <a:buClr>
                <a:schemeClr val="dk1"/>
              </a:buClr>
              <a:buSzPts val="700"/>
              <a:buNone/>
              <a:defRPr sz="700"/>
            </a:lvl2pPr>
            <a:lvl3pPr indent="-273050" lvl="2" marL="1371600" algn="l">
              <a:lnSpc>
                <a:spcPct val="90000"/>
              </a:lnSpc>
              <a:spcBef>
                <a:spcPts val="400"/>
              </a:spcBef>
              <a:spcAft>
                <a:spcPts val="0"/>
              </a:spcAft>
              <a:buClr>
                <a:schemeClr val="dk1"/>
              </a:buClr>
              <a:buSzPts val="700"/>
              <a:buChar char="•"/>
              <a:defRPr sz="700"/>
            </a:lvl3pPr>
            <a:lvl4pPr indent="-273050" lvl="3" marL="1828800" algn="l">
              <a:lnSpc>
                <a:spcPct val="90000"/>
              </a:lnSpc>
              <a:spcBef>
                <a:spcPts val="400"/>
              </a:spcBef>
              <a:spcAft>
                <a:spcPts val="0"/>
              </a:spcAft>
              <a:buClr>
                <a:schemeClr val="dk1"/>
              </a:buClr>
              <a:buSzPts val="700"/>
              <a:buChar char="•"/>
              <a:defRPr sz="700"/>
            </a:lvl4pPr>
            <a:lvl5pPr indent="-273050" lvl="4" marL="2286000" algn="l">
              <a:lnSpc>
                <a:spcPct val="90000"/>
              </a:lnSpc>
              <a:spcBef>
                <a:spcPts val="400"/>
              </a:spcBef>
              <a:spcAft>
                <a:spcPts val="0"/>
              </a:spcAft>
              <a:buClr>
                <a:schemeClr val="dk1"/>
              </a:buClr>
              <a:buSzPts val="700"/>
              <a:buChar char="•"/>
              <a:defRPr sz="7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6" name="Google Shape;166;p28"/>
          <p:cNvSpPr txBox="1"/>
          <p:nvPr>
            <p:ph idx="12" type="sldNum"/>
          </p:nvPr>
        </p:nvSpPr>
        <p:spPr>
          <a:xfrm>
            <a:off x="8045605" y="4777978"/>
            <a:ext cx="971700" cy="2739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b="0" i="0" sz="900" u="none" cap="none" strike="noStrike">
                <a:solidFill>
                  <a:schemeClr val="lt1"/>
                </a:solidFill>
                <a:latin typeface="Calibri"/>
                <a:ea typeface="Calibri"/>
                <a:cs typeface="Calibri"/>
                <a:sym typeface="Calibri"/>
              </a:defRPr>
            </a:lvl1pPr>
            <a:lvl2pPr indent="0" lvl="1" marL="0" algn="r">
              <a:spcBef>
                <a:spcPts val="0"/>
              </a:spcBef>
              <a:buNone/>
              <a:defRPr b="0" i="0" sz="900" u="none" cap="none" strike="noStrike">
                <a:solidFill>
                  <a:schemeClr val="lt1"/>
                </a:solidFill>
                <a:latin typeface="Calibri"/>
                <a:ea typeface="Calibri"/>
                <a:cs typeface="Calibri"/>
                <a:sym typeface="Calibri"/>
              </a:defRPr>
            </a:lvl2pPr>
            <a:lvl3pPr indent="0" lvl="2" marL="0" algn="r">
              <a:spcBef>
                <a:spcPts val="0"/>
              </a:spcBef>
              <a:buNone/>
              <a:defRPr b="0" i="0" sz="900" u="none" cap="none" strike="noStrike">
                <a:solidFill>
                  <a:schemeClr val="lt1"/>
                </a:solidFill>
                <a:latin typeface="Calibri"/>
                <a:ea typeface="Calibri"/>
                <a:cs typeface="Calibri"/>
                <a:sym typeface="Calibri"/>
              </a:defRPr>
            </a:lvl3pPr>
            <a:lvl4pPr indent="0" lvl="3" marL="0" algn="r">
              <a:spcBef>
                <a:spcPts val="0"/>
              </a:spcBef>
              <a:buNone/>
              <a:defRPr b="0" i="0" sz="900" u="none" cap="none" strike="noStrike">
                <a:solidFill>
                  <a:schemeClr val="lt1"/>
                </a:solidFill>
                <a:latin typeface="Calibri"/>
                <a:ea typeface="Calibri"/>
                <a:cs typeface="Calibri"/>
                <a:sym typeface="Calibri"/>
              </a:defRPr>
            </a:lvl4pPr>
            <a:lvl5pPr indent="0" lvl="4" marL="0" algn="r">
              <a:spcBef>
                <a:spcPts val="0"/>
              </a:spcBef>
              <a:buNone/>
              <a:defRPr b="0" i="0" sz="900" u="none" cap="none" strike="noStrike">
                <a:solidFill>
                  <a:schemeClr val="lt1"/>
                </a:solidFill>
                <a:latin typeface="Calibri"/>
                <a:ea typeface="Calibri"/>
                <a:cs typeface="Calibri"/>
                <a:sym typeface="Calibri"/>
              </a:defRPr>
            </a:lvl5pPr>
            <a:lvl6pPr indent="0" lvl="5" marL="0" algn="r">
              <a:spcBef>
                <a:spcPts val="0"/>
              </a:spcBef>
              <a:buNone/>
              <a:defRPr b="0" i="0" sz="900" u="none" cap="none" strike="noStrike">
                <a:solidFill>
                  <a:schemeClr val="lt1"/>
                </a:solidFill>
                <a:latin typeface="Calibri"/>
                <a:ea typeface="Calibri"/>
                <a:cs typeface="Calibri"/>
                <a:sym typeface="Calibri"/>
              </a:defRPr>
            </a:lvl6pPr>
            <a:lvl7pPr indent="0" lvl="6" marL="0" algn="r">
              <a:spcBef>
                <a:spcPts val="0"/>
              </a:spcBef>
              <a:buNone/>
              <a:defRPr b="0" i="0" sz="900" u="none" cap="none" strike="noStrike">
                <a:solidFill>
                  <a:schemeClr val="lt1"/>
                </a:solidFill>
                <a:latin typeface="Calibri"/>
                <a:ea typeface="Calibri"/>
                <a:cs typeface="Calibri"/>
                <a:sym typeface="Calibri"/>
              </a:defRPr>
            </a:lvl7pPr>
            <a:lvl8pPr indent="0" lvl="7" marL="0" algn="r">
              <a:spcBef>
                <a:spcPts val="0"/>
              </a:spcBef>
              <a:buNone/>
              <a:defRPr b="0" i="0" sz="900" u="none" cap="none" strike="noStrike">
                <a:solidFill>
                  <a:schemeClr val="lt1"/>
                </a:solidFill>
                <a:latin typeface="Calibri"/>
                <a:ea typeface="Calibri"/>
                <a:cs typeface="Calibri"/>
                <a:sym typeface="Calibri"/>
              </a:defRPr>
            </a:lvl8pPr>
            <a:lvl9pPr indent="0" lvl="8" marL="0" algn="r">
              <a:spcBef>
                <a:spcPts val="0"/>
              </a:spcBef>
              <a:buNone/>
              <a:defRPr b="0" i="0" sz="9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no"/>
              <a:t>‹#›</a:t>
            </a:fld>
            <a:endParaRPr/>
          </a:p>
        </p:txBody>
      </p:sp>
      <p:pic>
        <p:nvPicPr>
          <p:cNvPr id="167" name="Google Shape;167;p28"/>
          <p:cNvPicPr preferRelativeResize="0"/>
          <p:nvPr/>
        </p:nvPicPr>
        <p:blipFill rotWithShape="1">
          <a:blip r:embed="rId2">
            <a:alphaModFix/>
          </a:blip>
          <a:srcRect b="0" l="0" r="0" t="0"/>
          <a:stretch/>
        </p:blipFill>
        <p:spPr>
          <a:xfrm>
            <a:off x="200291" y="4731848"/>
            <a:ext cx="520166" cy="216736"/>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ekst venstre og bilde høyre">
  <p:cSld name="5_Tekst venstre og bilde høyre">
    <p:bg>
      <p:bgPr>
        <a:solidFill>
          <a:srgbClr val="131E29"/>
        </a:solidFill>
      </p:bgPr>
    </p:bg>
    <p:spTree>
      <p:nvGrpSpPr>
        <p:cNvPr id="168" name="Shape 168"/>
        <p:cNvGrpSpPr/>
        <p:nvPr/>
      </p:nvGrpSpPr>
      <p:grpSpPr>
        <a:xfrm>
          <a:off x="0" y="0"/>
          <a:ext cx="0" cy="0"/>
          <a:chOff x="0" y="0"/>
          <a:chExt cx="0" cy="0"/>
        </a:xfrm>
      </p:grpSpPr>
      <p:sp>
        <p:nvSpPr>
          <p:cNvPr id="169" name="Google Shape;169;p29"/>
          <p:cNvSpPr txBox="1"/>
          <p:nvPr>
            <p:ph type="title"/>
          </p:nvPr>
        </p:nvSpPr>
        <p:spPr>
          <a:xfrm>
            <a:off x="454715" y="273844"/>
            <a:ext cx="3891300" cy="9561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E1EEFA"/>
              </a:buClr>
              <a:buSzPts val="2400"/>
              <a:buFont typeface="Arial"/>
              <a:buNone/>
              <a:defRPr b="1">
                <a:solidFill>
                  <a:srgbClr val="E1EEFA"/>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70" name="Google Shape;170;p29"/>
          <p:cNvSpPr txBox="1"/>
          <p:nvPr>
            <p:ph idx="1" type="body"/>
          </p:nvPr>
        </p:nvSpPr>
        <p:spPr>
          <a:xfrm>
            <a:off x="454715" y="1412421"/>
            <a:ext cx="3891300" cy="3036600"/>
          </a:xfrm>
          <a:prstGeom prst="rect">
            <a:avLst/>
          </a:prstGeom>
          <a:noFill/>
          <a:ln>
            <a:noFill/>
          </a:ln>
        </p:spPr>
        <p:txBody>
          <a:bodyPr anchorCtr="0" anchor="t" bIns="34275" lIns="67500" spcFirstLastPara="1" rIns="68575" wrap="square" tIns="34275">
            <a:normAutofit/>
          </a:bodyPr>
          <a:lstStyle>
            <a:lvl1pPr indent="-228600" lvl="0" marL="457200" algn="l">
              <a:lnSpc>
                <a:spcPct val="90000"/>
              </a:lnSpc>
              <a:spcBef>
                <a:spcPts val="800"/>
              </a:spcBef>
              <a:spcAft>
                <a:spcPts val="0"/>
              </a:spcAft>
              <a:buClr>
                <a:srgbClr val="E1EEFA"/>
              </a:buClr>
              <a:buSzPts val="1800"/>
              <a:buNone/>
              <a:defRPr b="0" sz="1800">
                <a:solidFill>
                  <a:srgbClr val="E1EEFA"/>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descr="1. Klikk på ikonet over2. Velg bildet du ønsker å sette inn3. Bruk ‘bildeverktøy’ –&gt; ‘beskjær’ for å endre bildeutsnittHer kan du velge utsnitt ved å dra i de hvite kulene i hjørnet. (Hold Shift inne for å bevare forholdet mellom sidene.)&#10;" id="171" name="Google Shape;171;p29"/>
          <p:cNvSpPr/>
          <p:nvPr>
            <p:ph idx="2" type="pic"/>
          </p:nvPr>
        </p:nvSpPr>
        <p:spPr>
          <a:xfrm>
            <a:off x="4710070" y="-9268"/>
            <a:ext cx="4430400" cy="4449000"/>
          </a:xfrm>
          <a:prstGeom prst="rect">
            <a:avLst/>
          </a:prstGeom>
          <a:noFill/>
          <a:ln>
            <a:noFill/>
          </a:ln>
        </p:spPr>
      </p:sp>
      <p:sp>
        <p:nvSpPr>
          <p:cNvPr id="172" name="Google Shape;172;p29"/>
          <p:cNvSpPr txBox="1"/>
          <p:nvPr>
            <p:ph idx="3" type="body"/>
          </p:nvPr>
        </p:nvSpPr>
        <p:spPr>
          <a:xfrm>
            <a:off x="5910698" y="4638278"/>
            <a:ext cx="2994600" cy="273900"/>
          </a:xfrm>
          <a:prstGeom prst="rect">
            <a:avLst/>
          </a:prstGeom>
          <a:noFill/>
          <a:ln>
            <a:noFill/>
          </a:ln>
        </p:spPr>
        <p:txBody>
          <a:bodyPr anchorCtr="0" anchor="t" bIns="34275" lIns="67500" spcFirstLastPara="1" rIns="68575" wrap="square" tIns="34275">
            <a:normAutofit/>
          </a:bodyPr>
          <a:lstStyle>
            <a:lvl1pPr indent="-228600" lvl="0" marL="457200" algn="r">
              <a:lnSpc>
                <a:spcPct val="90000"/>
              </a:lnSpc>
              <a:spcBef>
                <a:spcPts val="800"/>
              </a:spcBef>
              <a:spcAft>
                <a:spcPts val="0"/>
              </a:spcAft>
              <a:buClr>
                <a:srgbClr val="E1EEFA"/>
              </a:buClr>
              <a:buSzPts val="800"/>
              <a:buNone/>
              <a:defRPr b="0" i="0" sz="800">
                <a:solidFill>
                  <a:srgbClr val="E1EEFA"/>
                </a:solidFill>
                <a:latin typeface="Helvetica Neue"/>
                <a:ea typeface="Helvetica Neue"/>
                <a:cs typeface="Helvetica Neue"/>
                <a:sym typeface="Helvetica Neue"/>
              </a:defRPr>
            </a:lvl1pPr>
            <a:lvl2pPr indent="-228600" lvl="1" marL="914400" algn="l">
              <a:lnSpc>
                <a:spcPct val="90000"/>
              </a:lnSpc>
              <a:spcBef>
                <a:spcPts val="400"/>
              </a:spcBef>
              <a:spcAft>
                <a:spcPts val="0"/>
              </a:spcAft>
              <a:buClr>
                <a:schemeClr val="dk1"/>
              </a:buClr>
              <a:buSzPts val="700"/>
              <a:buNone/>
              <a:defRPr sz="700"/>
            </a:lvl2pPr>
            <a:lvl3pPr indent="-273050" lvl="2" marL="1371600" algn="l">
              <a:lnSpc>
                <a:spcPct val="90000"/>
              </a:lnSpc>
              <a:spcBef>
                <a:spcPts val="400"/>
              </a:spcBef>
              <a:spcAft>
                <a:spcPts val="0"/>
              </a:spcAft>
              <a:buClr>
                <a:schemeClr val="dk1"/>
              </a:buClr>
              <a:buSzPts val="700"/>
              <a:buChar char="•"/>
              <a:defRPr sz="700"/>
            </a:lvl3pPr>
            <a:lvl4pPr indent="-273050" lvl="3" marL="1828800" algn="l">
              <a:lnSpc>
                <a:spcPct val="90000"/>
              </a:lnSpc>
              <a:spcBef>
                <a:spcPts val="400"/>
              </a:spcBef>
              <a:spcAft>
                <a:spcPts val="0"/>
              </a:spcAft>
              <a:buClr>
                <a:schemeClr val="dk1"/>
              </a:buClr>
              <a:buSzPts val="700"/>
              <a:buChar char="•"/>
              <a:defRPr sz="700"/>
            </a:lvl4pPr>
            <a:lvl5pPr indent="-273050" lvl="4" marL="2286000" algn="l">
              <a:lnSpc>
                <a:spcPct val="90000"/>
              </a:lnSpc>
              <a:spcBef>
                <a:spcPts val="400"/>
              </a:spcBef>
              <a:spcAft>
                <a:spcPts val="0"/>
              </a:spcAft>
              <a:buClr>
                <a:schemeClr val="dk1"/>
              </a:buClr>
              <a:buSzPts val="700"/>
              <a:buChar char="•"/>
              <a:defRPr sz="7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3" name="Google Shape;173;p29"/>
          <p:cNvSpPr/>
          <p:nvPr/>
        </p:nvSpPr>
        <p:spPr>
          <a:xfrm>
            <a:off x="150312" y="4638278"/>
            <a:ext cx="892500" cy="378300"/>
          </a:xfrm>
          <a:prstGeom prst="rect">
            <a:avLst/>
          </a:prstGeom>
          <a:solidFill>
            <a:srgbClr val="131E2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174" name="Google Shape;174;p29"/>
          <p:cNvPicPr preferRelativeResize="0"/>
          <p:nvPr/>
        </p:nvPicPr>
        <p:blipFill rotWithShape="1">
          <a:blip r:embed="rId2">
            <a:alphaModFix/>
          </a:blip>
          <a:srcRect b="0" l="0" r="0" t="0"/>
          <a:stretch/>
        </p:blipFill>
        <p:spPr>
          <a:xfrm>
            <a:off x="222713" y="4723316"/>
            <a:ext cx="571526" cy="238136"/>
          </a:xfrm>
          <a:prstGeom prst="rect">
            <a:avLst/>
          </a:prstGeom>
          <a:noFill/>
          <a:ln>
            <a:noFill/>
          </a:ln>
          <a:effectLst>
            <a:outerShdw blurRad="47625" sx="102000" rotWithShape="0" algn="ctr" sy="102000">
              <a:srgbClr val="000000">
                <a:alpha val="40000"/>
              </a:srgbClr>
            </a:outerShdw>
          </a:effectLst>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erson">
  <p:cSld name="1_Person">
    <p:bg>
      <p:bgPr>
        <a:solidFill>
          <a:srgbClr val="000000"/>
        </a:solidFill>
      </p:bgPr>
    </p:bg>
    <p:spTree>
      <p:nvGrpSpPr>
        <p:cNvPr id="175" name="Shape 175"/>
        <p:cNvGrpSpPr/>
        <p:nvPr/>
      </p:nvGrpSpPr>
      <p:grpSpPr>
        <a:xfrm>
          <a:off x="0" y="0"/>
          <a:ext cx="0" cy="0"/>
          <a:chOff x="0" y="0"/>
          <a:chExt cx="0" cy="0"/>
        </a:xfrm>
      </p:grpSpPr>
      <p:sp>
        <p:nvSpPr>
          <p:cNvPr id="176" name="Google Shape;176;p30"/>
          <p:cNvSpPr txBox="1"/>
          <p:nvPr>
            <p:ph type="title"/>
          </p:nvPr>
        </p:nvSpPr>
        <p:spPr>
          <a:xfrm>
            <a:off x="395411" y="975370"/>
            <a:ext cx="5782200" cy="8574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E1EEFA"/>
              </a:buClr>
              <a:buSzPts val="3000"/>
              <a:buFont typeface="Arial"/>
              <a:buNone/>
              <a:defRPr b="1" sz="3000">
                <a:solidFill>
                  <a:srgbClr val="E1EEFA"/>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77" name="Google Shape;177;p30"/>
          <p:cNvSpPr txBox="1"/>
          <p:nvPr>
            <p:ph idx="1" type="body"/>
          </p:nvPr>
        </p:nvSpPr>
        <p:spPr>
          <a:xfrm>
            <a:off x="394990" y="600625"/>
            <a:ext cx="5776800" cy="351900"/>
          </a:xfrm>
          <a:prstGeom prst="rect">
            <a:avLst/>
          </a:prstGeom>
          <a:noFill/>
          <a:ln>
            <a:noFill/>
          </a:ln>
        </p:spPr>
        <p:txBody>
          <a:bodyPr anchorCtr="0" anchor="t" bIns="34275" lIns="67500" spcFirstLastPara="1" rIns="68575" wrap="square" tIns="34275">
            <a:noAutofit/>
          </a:bodyPr>
          <a:lstStyle>
            <a:lvl1pPr indent="-228600" lvl="0" marL="457200" algn="l">
              <a:lnSpc>
                <a:spcPct val="90000"/>
              </a:lnSpc>
              <a:spcBef>
                <a:spcPts val="800"/>
              </a:spcBef>
              <a:spcAft>
                <a:spcPts val="0"/>
              </a:spcAft>
              <a:buClr>
                <a:srgbClr val="E1EEFA"/>
              </a:buClr>
              <a:buSzPts val="2000"/>
              <a:buNone/>
              <a:defRPr b="0" sz="2000">
                <a:solidFill>
                  <a:srgbClr val="E1EEFA"/>
                </a:solidFill>
              </a:defRPr>
            </a:lvl1pPr>
            <a:lvl2pPr indent="-228600" lvl="1" marL="914400" algn="l">
              <a:lnSpc>
                <a:spcPct val="90000"/>
              </a:lnSpc>
              <a:spcBef>
                <a:spcPts val="400"/>
              </a:spcBef>
              <a:spcAft>
                <a:spcPts val="0"/>
              </a:spcAft>
              <a:buClr>
                <a:schemeClr val="dk1"/>
              </a:buClr>
              <a:buSzPts val="2000"/>
              <a:buNone/>
              <a:defRPr sz="2000"/>
            </a:lvl2pPr>
            <a:lvl3pPr indent="-228600" lvl="2" marL="1371600" algn="l">
              <a:lnSpc>
                <a:spcPct val="90000"/>
              </a:lnSpc>
              <a:spcBef>
                <a:spcPts val="400"/>
              </a:spcBef>
              <a:spcAft>
                <a:spcPts val="0"/>
              </a:spcAft>
              <a:buClr>
                <a:schemeClr val="dk1"/>
              </a:buClr>
              <a:buSzPts val="2000"/>
              <a:buNone/>
              <a:defRPr sz="2000"/>
            </a:lvl3pPr>
            <a:lvl4pPr indent="-228600" lvl="3" marL="1828800" algn="l">
              <a:lnSpc>
                <a:spcPct val="90000"/>
              </a:lnSpc>
              <a:spcBef>
                <a:spcPts val="400"/>
              </a:spcBef>
              <a:spcAft>
                <a:spcPts val="0"/>
              </a:spcAft>
              <a:buClr>
                <a:schemeClr val="dk1"/>
              </a:buClr>
              <a:buSzPts val="2000"/>
              <a:buNone/>
              <a:defRPr sz="2000"/>
            </a:lvl4pPr>
            <a:lvl5pPr indent="-228600" lvl="4" marL="2286000" algn="l">
              <a:lnSpc>
                <a:spcPct val="90000"/>
              </a:lnSpc>
              <a:spcBef>
                <a:spcPts val="400"/>
              </a:spcBef>
              <a:spcAft>
                <a:spcPts val="0"/>
              </a:spcAft>
              <a:buClr>
                <a:schemeClr val="dk1"/>
              </a:buClr>
              <a:buSzPts val="2000"/>
              <a:buNone/>
              <a:defRPr sz="20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8" name="Google Shape;178;p30"/>
          <p:cNvSpPr txBox="1"/>
          <p:nvPr>
            <p:ph idx="2" type="body"/>
          </p:nvPr>
        </p:nvSpPr>
        <p:spPr>
          <a:xfrm>
            <a:off x="394988" y="2096122"/>
            <a:ext cx="5776800" cy="314100"/>
          </a:xfrm>
          <a:prstGeom prst="rect">
            <a:avLst/>
          </a:prstGeom>
          <a:noFill/>
          <a:ln>
            <a:noFill/>
          </a:ln>
        </p:spPr>
        <p:txBody>
          <a:bodyPr anchorCtr="0" anchor="t" bIns="34275" lIns="67500" spcFirstLastPara="1" rIns="68575" wrap="square" tIns="34275">
            <a:noAutofit/>
          </a:bodyPr>
          <a:lstStyle>
            <a:lvl1pPr indent="-228600" lvl="0" marL="457200" algn="l">
              <a:lnSpc>
                <a:spcPct val="90000"/>
              </a:lnSpc>
              <a:spcBef>
                <a:spcPts val="800"/>
              </a:spcBef>
              <a:spcAft>
                <a:spcPts val="0"/>
              </a:spcAft>
              <a:buClr>
                <a:srgbClr val="E1EEFA"/>
              </a:buClr>
              <a:buSzPts val="1800"/>
              <a:buNone/>
              <a:defRPr b="0" sz="1800">
                <a:solidFill>
                  <a:srgbClr val="E1EEFA"/>
                </a:solidFill>
              </a:defRPr>
            </a:lvl1pPr>
            <a:lvl2pPr indent="-228600" lvl="1" marL="914400" algn="l">
              <a:lnSpc>
                <a:spcPct val="90000"/>
              </a:lnSpc>
              <a:spcBef>
                <a:spcPts val="400"/>
              </a:spcBef>
              <a:spcAft>
                <a:spcPts val="0"/>
              </a:spcAft>
              <a:buClr>
                <a:schemeClr val="dk1"/>
              </a:buClr>
              <a:buSzPts val="2000"/>
              <a:buNone/>
              <a:defRPr sz="2000"/>
            </a:lvl2pPr>
            <a:lvl3pPr indent="-228600" lvl="2" marL="1371600" algn="l">
              <a:lnSpc>
                <a:spcPct val="90000"/>
              </a:lnSpc>
              <a:spcBef>
                <a:spcPts val="400"/>
              </a:spcBef>
              <a:spcAft>
                <a:spcPts val="0"/>
              </a:spcAft>
              <a:buClr>
                <a:schemeClr val="dk1"/>
              </a:buClr>
              <a:buSzPts val="2000"/>
              <a:buNone/>
              <a:defRPr sz="2000"/>
            </a:lvl3pPr>
            <a:lvl4pPr indent="-228600" lvl="3" marL="1828800" algn="l">
              <a:lnSpc>
                <a:spcPct val="90000"/>
              </a:lnSpc>
              <a:spcBef>
                <a:spcPts val="400"/>
              </a:spcBef>
              <a:spcAft>
                <a:spcPts val="0"/>
              </a:spcAft>
              <a:buClr>
                <a:schemeClr val="dk1"/>
              </a:buClr>
              <a:buSzPts val="2000"/>
              <a:buNone/>
              <a:defRPr sz="2000"/>
            </a:lvl4pPr>
            <a:lvl5pPr indent="-228600" lvl="4" marL="2286000" algn="l">
              <a:lnSpc>
                <a:spcPct val="90000"/>
              </a:lnSpc>
              <a:spcBef>
                <a:spcPts val="400"/>
              </a:spcBef>
              <a:spcAft>
                <a:spcPts val="0"/>
              </a:spcAft>
              <a:buClr>
                <a:schemeClr val="dk1"/>
              </a:buClr>
              <a:buSzPts val="2000"/>
              <a:buNone/>
              <a:defRPr sz="20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9" name="Google Shape;179;p30"/>
          <p:cNvSpPr txBox="1"/>
          <p:nvPr>
            <p:ph idx="3" type="body"/>
          </p:nvPr>
        </p:nvSpPr>
        <p:spPr>
          <a:xfrm>
            <a:off x="398057" y="2514661"/>
            <a:ext cx="5776800" cy="1933800"/>
          </a:xfrm>
          <a:prstGeom prst="rect">
            <a:avLst/>
          </a:prstGeom>
          <a:noFill/>
          <a:ln>
            <a:noFill/>
          </a:ln>
        </p:spPr>
        <p:txBody>
          <a:bodyPr anchorCtr="0" anchor="t" bIns="34275" lIns="67500" spcFirstLastPara="1" rIns="68575" wrap="square" tIns="34275">
            <a:normAutofit/>
          </a:bodyPr>
          <a:lstStyle>
            <a:lvl1pPr indent="-228600" lvl="0" marL="457200" algn="l">
              <a:lnSpc>
                <a:spcPct val="90000"/>
              </a:lnSpc>
              <a:spcBef>
                <a:spcPts val="800"/>
              </a:spcBef>
              <a:spcAft>
                <a:spcPts val="0"/>
              </a:spcAft>
              <a:buClr>
                <a:schemeClr val="lt1"/>
              </a:buClr>
              <a:buSzPts val="2100"/>
              <a:buNone/>
              <a:defRPr sz="2100">
                <a:solidFill>
                  <a:schemeClr val="lt1"/>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descr="Plasser et bilde i rammen&#10;" id="180" name="Google Shape;180;p30"/>
          <p:cNvSpPr/>
          <p:nvPr>
            <p:ph idx="4" type="pic"/>
          </p:nvPr>
        </p:nvSpPr>
        <p:spPr>
          <a:xfrm>
            <a:off x="6699534" y="600625"/>
            <a:ext cx="2448000" cy="3057000"/>
          </a:xfrm>
          <a:prstGeom prst="rect">
            <a:avLst/>
          </a:prstGeom>
          <a:noFill/>
          <a:ln>
            <a:noFill/>
          </a:ln>
        </p:spPr>
      </p:sp>
      <p:sp>
        <p:nvSpPr>
          <p:cNvPr id="181" name="Google Shape;181;p30"/>
          <p:cNvSpPr txBox="1"/>
          <p:nvPr>
            <p:ph idx="5" type="body"/>
          </p:nvPr>
        </p:nvSpPr>
        <p:spPr>
          <a:xfrm>
            <a:off x="5518298" y="4777979"/>
            <a:ext cx="2406300" cy="273900"/>
          </a:xfrm>
          <a:prstGeom prst="rect">
            <a:avLst/>
          </a:prstGeom>
          <a:noFill/>
          <a:ln>
            <a:noFill/>
          </a:ln>
        </p:spPr>
        <p:txBody>
          <a:bodyPr anchorCtr="0" anchor="t" bIns="34275" lIns="67500" spcFirstLastPara="1" rIns="68575" wrap="square" tIns="34275">
            <a:normAutofit/>
          </a:bodyPr>
          <a:lstStyle>
            <a:lvl1pPr indent="-228600" lvl="0" marL="457200" algn="r">
              <a:lnSpc>
                <a:spcPct val="90000"/>
              </a:lnSpc>
              <a:spcBef>
                <a:spcPts val="800"/>
              </a:spcBef>
              <a:spcAft>
                <a:spcPts val="0"/>
              </a:spcAft>
              <a:buClr>
                <a:srgbClr val="E1EEFA"/>
              </a:buClr>
              <a:buSzPts val="800"/>
              <a:buNone/>
              <a:defRPr b="0" i="0" sz="800">
                <a:solidFill>
                  <a:srgbClr val="E1EEFA"/>
                </a:solidFill>
                <a:latin typeface="Helvetica Neue"/>
                <a:ea typeface="Helvetica Neue"/>
                <a:cs typeface="Helvetica Neue"/>
                <a:sym typeface="Helvetica Neue"/>
              </a:defRPr>
            </a:lvl1pPr>
            <a:lvl2pPr indent="-228600" lvl="1" marL="914400" algn="l">
              <a:lnSpc>
                <a:spcPct val="90000"/>
              </a:lnSpc>
              <a:spcBef>
                <a:spcPts val="400"/>
              </a:spcBef>
              <a:spcAft>
                <a:spcPts val="0"/>
              </a:spcAft>
              <a:buClr>
                <a:schemeClr val="dk1"/>
              </a:buClr>
              <a:buSzPts val="700"/>
              <a:buNone/>
              <a:defRPr sz="700"/>
            </a:lvl2pPr>
            <a:lvl3pPr indent="-273050" lvl="2" marL="1371600" algn="l">
              <a:lnSpc>
                <a:spcPct val="90000"/>
              </a:lnSpc>
              <a:spcBef>
                <a:spcPts val="400"/>
              </a:spcBef>
              <a:spcAft>
                <a:spcPts val="0"/>
              </a:spcAft>
              <a:buClr>
                <a:schemeClr val="dk1"/>
              </a:buClr>
              <a:buSzPts val="700"/>
              <a:buChar char="•"/>
              <a:defRPr sz="700"/>
            </a:lvl3pPr>
            <a:lvl4pPr indent="-273050" lvl="3" marL="1828800" algn="l">
              <a:lnSpc>
                <a:spcPct val="90000"/>
              </a:lnSpc>
              <a:spcBef>
                <a:spcPts val="400"/>
              </a:spcBef>
              <a:spcAft>
                <a:spcPts val="0"/>
              </a:spcAft>
              <a:buClr>
                <a:schemeClr val="dk1"/>
              </a:buClr>
              <a:buSzPts val="700"/>
              <a:buChar char="•"/>
              <a:defRPr sz="700"/>
            </a:lvl4pPr>
            <a:lvl5pPr indent="-273050" lvl="4" marL="2286000" algn="l">
              <a:lnSpc>
                <a:spcPct val="90000"/>
              </a:lnSpc>
              <a:spcBef>
                <a:spcPts val="400"/>
              </a:spcBef>
              <a:spcAft>
                <a:spcPts val="0"/>
              </a:spcAft>
              <a:buClr>
                <a:schemeClr val="dk1"/>
              </a:buClr>
              <a:buSzPts val="700"/>
              <a:buChar char="•"/>
              <a:defRPr sz="7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2" name="Google Shape;182;p30"/>
          <p:cNvSpPr txBox="1"/>
          <p:nvPr>
            <p:ph idx="12" type="sldNum"/>
          </p:nvPr>
        </p:nvSpPr>
        <p:spPr>
          <a:xfrm>
            <a:off x="8045605" y="4777978"/>
            <a:ext cx="971700" cy="2739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b="0" i="0" sz="900" u="none" cap="none" strike="noStrike">
                <a:solidFill>
                  <a:srgbClr val="E1EEFA"/>
                </a:solidFill>
                <a:latin typeface="Calibri"/>
                <a:ea typeface="Calibri"/>
                <a:cs typeface="Calibri"/>
                <a:sym typeface="Calibri"/>
              </a:defRPr>
            </a:lvl1pPr>
            <a:lvl2pPr indent="0" lvl="1" marL="0" algn="r">
              <a:spcBef>
                <a:spcPts val="0"/>
              </a:spcBef>
              <a:buNone/>
              <a:defRPr b="0" i="0" sz="900" u="none" cap="none" strike="noStrike">
                <a:solidFill>
                  <a:srgbClr val="E1EEFA"/>
                </a:solidFill>
                <a:latin typeface="Calibri"/>
                <a:ea typeface="Calibri"/>
                <a:cs typeface="Calibri"/>
                <a:sym typeface="Calibri"/>
              </a:defRPr>
            </a:lvl2pPr>
            <a:lvl3pPr indent="0" lvl="2" marL="0" algn="r">
              <a:spcBef>
                <a:spcPts val="0"/>
              </a:spcBef>
              <a:buNone/>
              <a:defRPr b="0" i="0" sz="900" u="none" cap="none" strike="noStrike">
                <a:solidFill>
                  <a:srgbClr val="E1EEFA"/>
                </a:solidFill>
                <a:latin typeface="Calibri"/>
                <a:ea typeface="Calibri"/>
                <a:cs typeface="Calibri"/>
                <a:sym typeface="Calibri"/>
              </a:defRPr>
            </a:lvl3pPr>
            <a:lvl4pPr indent="0" lvl="3" marL="0" algn="r">
              <a:spcBef>
                <a:spcPts val="0"/>
              </a:spcBef>
              <a:buNone/>
              <a:defRPr b="0" i="0" sz="900" u="none" cap="none" strike="noStrike">
                <a:solidFill>
                  <a:srgbClr val="E1EEFA"/>
                </a:solidFill>
                <a:latin typeface="Calibri"/>
                <a:ea typeface="Calibri"/>
                <a:cs typeface="Calibri"/>
                <a:sym typeface="Calibri"/>
              </a:defRPr>
            </a:lvl4pPr>
            <a:lvl5pPr indent="0" lvl="4" marL="0" algn="r">
              <a:spcBef>
                <a:spcPts val="0"/>
              </a:spcBef>
              <a:buNone/>
              <a:defRPr b="0" i="0" sz="900" u="none" cap="none" strike="noStrike">
                <a:solidFill>
                  <a:srgbClr val="E1EEFA"/>
                </a:solidFill>
                <a:latin typeface="Calibri"/>
                <a:ea typeface="Calibri"/>
                <a:cs typeface="Calibri"/>
                <a:sym typeface="Calibri"/>
              </a:defRPr>
            </a:lvl5pPr>
            <a:lvl6pPr indent="0" lvl="5" marL="0" algn="r">
              <a:spcBef>
                <a:spcPts val="0"/>
              </a:spcBef>
              <a:buNone/>
              <a:defRPr b="0" i="0" sz="900" u="none" cap="none" strike="noStrike">
                <a:solidFill>
                  <a:srgbClr val="E1EEFA"/>
                </a:solidFill>
                <a:latin typeface="Calibri"/>
                <a:ea typeface="Calibri"/>
                <a:cs typeface="Calibri"/>
                <a:sym typeface="Calibri"/>
              </a:defRPr>
            </a:lvl6pPr>
            <a:lvl7pPr indent="0" lvl="6" marL="0" algn="r">
              <a:spcBef>
                <a:spcPts val="0"/>
              </a:spcBef>
              <a:buNone/>
              <a:defRPr b="0" i="0" sz="900" u="none" cap="none" strike="noStrike">
                <a:solidFill>
                  <a:srgbClr val="E1EEFA"/>
                </a:solidFill>
                <a:latin typeface="Calibri"/>
                <a:ea typeface="Calibri"/>
                <a:cs typeface="Calibri"/>
                <a:sym typeface="Calibri"/>
              </a:defRPr>
            </a:lvl7pPr>
            <a:lvl8pPr indent="0" lvl="7" marL="0" algn="r">
              <a:spcBef>
                <a:spcPts val="0"/>
              </a:spcBef>
              <a:buNone/>
              <a:defRPr b="0" i="0" sz="900" u="none" cap="none" strike="noStrike">
                <a:solidFill>
                  <a:srgbClr val="E1EEFA"/>
                </a:solidFill>
                <a:latin typeface="Calibri"/>
                <a:ea typeface="Calibri"/>
                <a:cs typeface="Calibri"/>
                <a:sym typeface="Calibri"/>
              </a:defRPr>
            </a:lvl8pPr>
            <a:lvl9pPr indent="0" lvl="8" marL="0" algn="r">
              <a:spcBef>
                <a:spcPts val="0"/>
              </a:spcBef>
              <a:buNone/>
              <a:defRPr b="0" i="0" sz="900" u="none" cap="none" strike="noStrike">
                <a:solidFill>
                  <a:srgbClr val="E1EEFA"/>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no"/>
              <a:t>‹#›</a:t>
            </a:fld>
            <a:endParaRPr/>
          </a:p>
        </p:txBody>
      </p:sp>
      <p:pic>
        <p:nvPicPr>
          <p:cNvPr id="183" name="Google Shape;183;p30"/>
          <p:cNvPicPr preferRelativeResize="0"/>
          <p:nvPr/>
        </p:nvPicPr>
        <p:blipFill rotWithShape="1">
          <a:blip r:embed="rId2">
            <a:alphaModFix/>
          </a:blip>
          <a:srcRect b="0" l="0" r="0" t="0"/>
          <a:stretch/>
        </p:blipFill>
        <p:spPr>
          <a:xfrm>
            <a:off x="200291" y="4731848"/>
            <a:ext cx="520166" cy="216736"/>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omt">
  <p:cSld name="1_Tomt">
    <p:bg>
      <p:bgPr>
        <a:solidFill>
          <a:srgbClr val="000000"/>
        </a:solidFill>
      </p:bgPr>
    </p:bg>
    <p:spTree>
      <p:nvGrpSpPr>
        <p:cNvPr id="184" name="Shape 184"/>
        <p:cNvGrpSpPr/>
        <p:nvPr/>
      </p:nvGrpSpPr>
      <p:grpSpPr>
        <a:xfrm>
          <a:off x="0" y="0"/>
          <a:ext cx="0" cy="0"/>
          <a:chOff x="0" y="0"/>
          <a:chExt cx="0" cy="0"/>
        </a:xfrm>
      </p:grpSpPr>
      <p:sp>
        <p:nvSpPr>
          <p:cNvPr id="185" name="Google Shape;185;p31"/>
          <p:cNvSpPr txBox="1"/>
          <p:nvPr>
            <p:ph type="title"/>
          </p:nvPr>
        </p:nvSpPr>
        <p:spPr>
          <a:xfrm>
            <a:off x="434550" y="-405662"/>
            <a:ext cx="8274900" cy="405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C8102E"/>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86" name="Google Shape;186;p31"/>
          <p:cNvSpPr txBox="1"/>
          <p:nvPr>
            <p:ph idx="1" type="body"/>
          </p:nvPr>
        </p:nvSpPr>
        <p:spPr>
          <a:xfrm>
            <a:off x="5518298" y="4777979"/>
            <a:ext cx="2406300" cy="273900"/>
          </a:xfrm>
          <a:prstGeom prst="rect">
            <a:avLst/>
          </a:prstGeom>
          <a:noFill/>
          <a:ln>
            <a:noFill/>
          </a:ln>
        </p:spPr>
        <p:txBody>
          <a:bodyPr anchorCtr="0" anchor="t" bIns="34275" lIns="67500" spcFirstLastPara="1" rIns="68575" wrap="square" tIns="34275">
            <a:normAutofit/>
          </a:bodyPr>
          <a:lstStyle>
            <a:lvl1pPr indent="-228600" lvl="0" marL="457200" algn="r">
              <a:lnSpc>
                <a:spcPct val="90000"/>
              </a:lnSpc>
              <a:spcBef>
                <a:spcPts val="800"/>
              </a:spcBef>
              <a:spcAft>
                <a:spcPts val="0"/>
              </a:spcAft>
              <a:buClr>
                <a:srgbClr val="E1EEFA"/>
              </a:buClr>
              <a:buSzPts val="800"/>
              <a:buNone/>
              <a:defRPr b="0" i="0" sz="800">
                <a:solidFill>
                  <a:srgbClr val="E1EEFA"/>
                </a:solidFill>
                <a:latin typeface="Helvetica Neue"/>
                <a:ea typeface="Helvetica Neue"/>
                <a:cs typeface="Helvetica Neue"/>
                <a:sym typeface="Helvetica Neue"/>
              </a:defRPr>
            </a:lvl1pPr>
            <a:lvl2pPr indent="-228600" lvl="1" marL="914400" algn="l">
              <a:lnSpc>
                <a:spcPct val="90000"/>
              </a:lnSpc>
              <a:spcBef>
                <a:spcPts val="400"/>
              </a:spcBef>
              <a:spcAft>
                <a:spcPts val="0"/>
              </a:spcAft>
              <a:buClr>
                <a:schemeClr val="dk1"/>
              </a:buClr>
              <a:buSzPts val="700"/>
              <a:buNone/>
              <a:defRPr sz="700"/>
            </a:lvl2pPr>
            <a:lvl3pPr indent="-273050" lvl="2" marL="1371600" algn="l">
              <a:lnSpc>
                <a:spcPct val="90000"/>
              </a:lnSpc>
              <a:spcBef>
                <a:spcPts val="400"/>
              </a:spcBef>
              <a:spcAft>
                <a:spcPts val="0"/>
              </a:spcAft>
              <a:buClr>
                <a:schemeClr val="dk1"/>
              </a:buClr>
              <a:buSzPts val="700"/>
              <a:buChar char="•"/>
              <a:defRPr sz="700"/>
            </a:lvl3pPr>
            <a:lvl4pPr indent="-273050" lvl="3" marL="1828800" algn="l">
              <a:lnSpc>
                <a:spcPct val="90000"/>
              </a:lnSpc>
              <a:spcBef>
                <a:spcPts val="400"/>
              </a:spcBef>
              <a:spcAft>
                <a:spcPts val="0"/>
              </a:spcAft>
              <a:buClr>
                <a:schemeClr val="dk1"/>
              </a:buClr>
              <a:buSzPts val="700"/>
              <a:buChar char="•"/>
              <a:defRPr sz="700"/>
            </a:lvl4pPr>
            <a:lvl5pPr indent="-273050" lvl="4" marL="2286000" algn="l">
              <a:lnSpc>
                <a:spcPct val="90000"/>
              </a:lnSpc>
              <a:spcBef>
                <a:spcPts val="400"/>
              </a:spcBef>
              <a:spcAft>
                <a:spcPts val="0"/>
              </a:spcAft>
              <a:buClr>
                <a:schemeClr val="dk1"/>
              </a:buClr>
              <a:buSzPts val="700"/>
              <a:buChar char="•"/>
              <a:defRPr sz="7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7" name="Google Shape;187;p31"/>
          <p:cNvSpPr txBox="1"/>
          <p:nvPr>
            <p:ph idx="12" type="sldNum"/>
          </p:nvPr>
        </p:nvSpPr>
        <p:spPr>
          <a:xfrm>
            <a:off x="8045605" y="4777978"/>
            <a:ext cx="971700" cy="2739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b="0" i="0" sz="900" u="none" cap="none" strike="noStrike">
                <a:solidFill>
                  <a:srgbClr val="E1EEFA"/>
                </a:solidFill>
                <a:latin typeface="Calibri"/>
                <a:ea typeface="Calibri"/>
                <a:cs typeface="Calibri"/>
                <a:sym typeface="Calibri"/>
              </a:defRPr>
            </a:lvl1pPr>
            <a:lvl2pPr indent="0" lvl="1" marL="0" algn="r">
              <a:spcBef>
                <a:spcPts val="0"/>
              </a:spcBef>
              <a:buNone/>
              <a:defRPr b="0" i="0" sz="900" u="none" cap="none" strike="noStrike">
                <a:solidFill>
                  <a:srgbClr val="E1EEFA"/>
                </a:solidFill>
                <a:latin typeface="Calibri"/>
                <a:ea typeface="Calibri"/>
                <a:cs typeface="Calibri"/>
                <a:sym typeface="Calibri"/>
              </a:defRPr>
            </a:lvl2pPr>
            <a:lvl3pPr indent="0" lvl="2" marL="0" algn="r">
              <a:spcBef>
                <a:spcPts val="0"/>
              </a:spcBef>
              <a:buNone/>
              <a:defRPr b="0" i="0" sz="900" u="none" cap="none" strike="noStrike">
                <a:solidFill>
                  <a:srgbClr val="E1EEFA"/>
                </a:solidFill>
                <a:latin typeface="Calibri"/>
                <a:ea typeface="Calibri"/>
                <a:cs typeface="Calibri"/>
                <a:sym typeface="Calibri"/>
              </a:defRPr>
            </a:lvl3pPr>
            <a:lvl4pPr indent="0" lvl="3" marL="0" algn="r">
              <a:spcBef>
                <a:spcPts val="0"/>
              </a:spcBef>
              <a:buNone/>
              <a:defRPr b="0" i="0" sz="900" u="none" cap="none" strike="noStrike">
                <a:solidFill>
                  <a:srgbClr val="E1EEFA"/>
                </a:solidFill>
                <a:latin typeface="Calibri"/>
                <a:ea typeface="Calibri"/>
                <a:cs typeface="Calibri"/>
                <a:sym typeface="Calibri"/>
              </a:defRPr>
            </a:lvl4pPr>
            <a:lvl5pPr indent="0" lvl="4" marL="0" algn="r">
              <a:spcBef>
                <a:spcPts val="0"/>
              </a:spcBef>
              <a:buNone/>
              <a:defRPr b="0" i="0" sz="900" u="none" cap="none" strike="noStrike">
                <a:solidFill>
                  <a:srgbClr val="E1EEFA"/>
                </a:solidFill>
                <a:latin typeface="Calibri"/>
                <a:ea typeface="Calibri"/>
                <a:cs typeface="Calibri"/>
                <a:sym typeface="Calibri"/>
              </a:defRPr>
            </a:lvl5pPr>
            <a:lvl6pPr indent="0" lvl="5" marL="0" algn="r">
              <a:spcBef>
                <a:spcPts val="0"/>
              </a:spcBef>
              <a:buNone/>
              <a:defRPr b="0" i="0" sz="900" u="none" cap="none" strike="noStrike">
                <a:solidFill>
                  <a:srgbClr val="E1EEFA"/>
                </a:solidFill>
                <a:latin typeface="Calibri"/>
                <a:ea typeface="Calibri"/>
                <a:cs typeface="Calibri"/>
                <a:sym typeface="Calibri"/>
              </a:defRPr>
            </a:lvl6pPr>
            <a:lvl7pPr indent="0" lvl="6" marL="0" algn="r">
              <a:spcBef>
                <a:spcPts val="0"/>
              </a:spcBef>
              <a:buNone/>
              <a:defRPr b="0" i="0" sz="900" u="none" cap="none" strike="noStrike">
                <a:solidFill>
                  <a:srgbClr val="E1EEFA"/>
                </a:solidFill>
                <a:latin typeface="Calibri"/>
                <a:ea typeface="Calibri"/>
                <a:cs typeface="Calibri"/>
                <a:sym typeface="Calibri"/>
              </a:defRPr>
            </a:lvl7pPr>
            <a:lvl8pPr indent="0" lvl="7" marL="0" algn="r">
              <a:spcBef>
                <a:spcPts val="0"/>
              </a:spcBef>
              <a:buNone/>
              <a:defRPr b="0" i="0" sz="900" u="none" cap="none" strike="noStrike">
                <a:solidFill>
                  <a:srgbClr val="E1EEFA"/>
                </a:solidFill>
                <a:latin typeface="Calibri"/>
                <a:ea typeface="Calibri"/>
                <a:cs typeface="Calibri"/>
                <a:sym typeface="Calibri"/>
              </a:defRPr>
            </a:lvl8pPr>
            <a:lvl9pPr indent="0" lvl="8" marL="0" algn="r">
              <a:spcBef>
                <a:spcPts val="0"/>
              </a:spcBef>
              <a:buNone/>
              <a:defRPr b="0" i="0" sz="900" u="none" cap="none" strike="noStrike">
                <a:solidFill>
                  <a:srgbClr val="E1EEFA"/>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no"/>
              <a:t>‹#›</a:t>
            </a:fld>
            <a:endParaRPr/>
          </a:p>
        </p:txBody>
      </p:sp>
      <p:pic>
        <p:nvPicPr>
          <p:cNvPr id="188" name="Google Shape;188;p31"/>
          <p:cNvPicPr preferRelativeResize="0"/>
          <p:nvPr/>
        </p:nvPicPr>
        <p:blipFill rotWithShape="1">
          <a:blip r:embed="rId2">
            <a:alphaModFix/>
          </a:blip>
          <a:srcRect b="0" l="0" r="0" t="0"/>
          <a:stretch/>
        </p:blipFill>
        <p:spPr>
          <a:xfrm>
            <a:off x="200291" y="4731848"/>
            <a:ext cx="520166" cy="216736"/>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Punktliste">
  <p:cSld name="3_Punktliste">
    <p:bg>
      <p:bgPr>
        <a:solidFill>
          <a:srgbClr val="F8EDDD"/>
        </a:solidFill>
      </p:bgPr>
    </p:bg>
    <p:spTree>
      <p:nvGrpSpPr>
        <p:cNvPr id="189" name="Shape 189"/>
        <p:cNvGrpSpPr/>
        <p:nvPr/>
      </p:nvGrpSpPr>
      <p:grpSpPr>
        <a:xfrm>
          <a:off x="0" y="0"/>
          <a:ext cx="0" cy="0"/>
          <a:chOff x="0" y="0"/>
          <a:chExt cx="0" cy="0"/>
        </a:xfrm>
      </p:grpSpPr>
      <p:sp>
        <p:nvSpPr>
          <p:cNvPr id="190" name="Google Shape;190;p32"/>
          <p:cNvSpPr txBox="1"/>
          <p:nvPr>
            <p:ph type="title"/>
          </p:nvPr>
        </p:nvSpPr>
        <p:spPr>
          <a:xfrm>
            <a:off x="401962" y="273844"/>
            <a:ext cx="8274900" cy="813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C8102E"/>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descr="Rediger tekststiler i malen" id="191" name="Google Shape;191;p32"/>
          <p:cNvSpPr txBox="1"/>
          <p:nvPr>
            <p:ph idx="1" type="body"/>
          </p:nvPr>
        </p:nvSpPr>
        <p:spPr>
          <a:xfrm>
            <a:off x="454715" y="1379054"/>
            <a:ext cx="8068200" cy="3085800"/>
          </a:xfrm>
          <a:prstGeom prst="rect">
            <a:avLst/>
          </a:prstGeom>
          <a:noFill/>
          <a:ln>
            <a:noFill/>
          </a:ln>
        </p:spPr>
        <p:txBody>
          <a:bodyPr anchorCtr="0" anchor="t" bIns="34275" lIns="67500" spcFirstLastPara="1" rIns="68575" wrap="square" tIns="34275">
            <a:normAutofit/>
          </a:bodyPr>
          <a:lstStyle>
            <a:lvl1pPr indent="-228600" lvl="0" marL="457200" algn="l">
              <a:lnSpc>
                <a:spcPct val="90000"/>
              </a:lnSpc>
              <a:spcBef>
                <a:spcPts val="800"/>
              </a:spcBef>
              <a:spcAft>
                <a:spcPts val="0"/>
              </a:spcAft>
              <a:buClr>
                <a:srgbClr val="202A51"/>
              </a:buClr>
              <a:buSzPts val="1400"/>
              <a:buNone/>
              <a:defRPr b="0" sz="1400">
                <a:solidFill>
                  <a:srgbClr val="202A51"/>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2" name="Google Shape;192;p32"/>
          <p:cNvSpPr txBox="1"/>
          <p:nvPr>
            <p:ph idx="2" type="body"/>
          </p:nvPr>
        </p:nvSpPr>
        <p:spPr>
          <a:xfrm>
            <a:off x="5594747" y="4777979"/>
            <a:ext cx="2406300" cy="273900"/>
          </a:xfrm>
          <a:prstGeom prst="rect">
            <a:avLst/>
          </a:prstGeom>
          <a:noFill/>
          <a:ln>
            <a:noFill/>
          </a:ln>
        </p:spPr>
        <p:txBody>
          <a:bodyPr anchorCtr="0" anchor="t" bIns="34275" lIns="67500" spcFirstLastPara="1" rIns="68575" wrap="square" tIns="34275">
            <a:normAutofit/>
          </a:bodyPr>
          <a:lstStyle>
            <a:lvl1pPr indent="-228600" lvl="0" marL="457200" algn="r">
              <a:lnSpc>
                <a:spcPct val="90000"/>
              </a:lnSpc>
              <a:spcBef>
                <a:spcPts val="800"/>
              </a:spcBef>
              <a:spcAft>
                <a:spcPts val="0"/>
              </a:spcAft>
              <a:buClr>
                <a:schemeClr val="dk1"/>
              </a:buClr>
              <a:buSzPts val="800"/>
              <a:buNone/>
              <a:defRPr b="0" i="0" sz="800">
                <a:latin typeface="Helvetica Neue"/>
                <a:ea typeface="Helvetica Neue"/>
                <a:cs typeface="Helvetica Neue"/>
                <a:sym typeface="Helvetica Neue"/>
              </a:defRPr>
            </a:lvl1pPr>
            <a:lvl2pPr indent="-228600" lvl="1" marL="914400" algn="l">
              <a:lnSpc>
                <a:spcPct val="90000"/>
              </a:lnSpc>
              <a:spcBef>
                <a:spcPts val="400"/>
              </a:spcBef>
              <a:spcAft>
                <a:spcPts val="0"/>
              </a:spcAft>
              <a:buClr>
                <a:schemeClr val="dk1"/>
              </a:buClr>
              <a:buSzPts val="700"/>
              <a:buNone/>
              <a:defRPr sz="700"/>
            </a:lvl2pPr>
            <a:lvl3pPr indent="-273050" lvl="2" marL="1371600" algn="l">
              <a:lnSpc>
                <a:spcPct val="90000"/>
              </a:lnSpc>
              <a:spcBef>
                <a:spcPts val="400"/>
              </a:spcBef>
              <a:spcAft>
                <a:spcPts val="0"/>
              </a:spcAft>
              <a:buClr>
                <a:schemeClr val="dk1"/>
              </a:buClr>
              <a:buSzPts val="700"/>
              <a:buChar char="•"/>
              <a:defRPr sz="700"/>
            </a:lvl3pPr>
            <a:lvl4pPr indent="-273050" lvl="3" marL="1828800" algn="l">
              <a:lnSpc>
                <a:spcPct val="90000"/>
              </a:lnSpc>
              <a:spcBef>
                <a:spcPts val="400"/>
              </a:spcBef>
              <a:spcAft>
                <a:spcPts val="0"/>
              </a:spcAft>
              <a:buClr>
                <a:schemeClr val="dk1"/>
              </a:buClr>
              <a:buSzPts val="700"/>
              <a:buChar char="•"/>
              <a:defRPr sz="700"/>
            </a:lvl4pPr>
            <a:lvl5pPr indent="-273050" lvl="4" marL="2286000" algn="l">
              <a:lnSpc>
                <a:spcPct val="90000"/>
              </a:lnSpc>
              <a:spcBef>
                <a:spcPts val="400"/>
              </a:spcBef>
              <a:spcAft>
                <a:spcPts val="0"/>
              </a:spcAft>
              <a:buClr>
                <a:schemeClr val="dk1"/>
              </a:buClr>
              <a:buSzPts val="700"/>
              <a:buChar char="•"/>
              <a:defRPr sz="7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3" name="Google Shape;193;p32"/>
          <p:cNvSpPr txBox="1"/>
          <p:nvPr>
            <p:ph idx="12" type="sldNum"/>
          </p:nvPr>
        </p:nvSpPr>
        <p:spPr>
          <a:xfrm>
            <a:off x="8045605" y="4777978"/>
            <a:ext cx="971700" cy="2739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no"/>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Punktliste">
  <p:cSld name="4_Punktliste">
    <p:bg>
      <p:bgPr>
        <a:solidFill>
          <a:srgbClr val="F8EDDD"/>
        </a:solidFill>
      </p:bgPr>
    </p:bg>
    <p:spTree>
      <p:nvGrpSpPr>
        <p:cNvPr id="194" name="Shape 194"/>
        <p:cNvGrpSpPr/>
        <p:nvPr/>
      </p:nvGrpSpPr>
      <p:grpSpPr>
        <a:xfrm>
          <a:off x="0" y="0"/>
          <a:ext cx="0" cy="0"/>
          <a:chOff x="0" y="0"/>
          <a:chExt cx="0" cy="0"/>
        </a:xfrm>
      </p:grpSpPr>
      <p:sp>
        <p:nvSpPr>
          <p:cNvPr id="195" name="Google Shape;195;p33"/>
          <p:cNvSpPr txBox="1"/>
          <p:nvPr>
            <p:ph type="title"/>
          </p:nvPr>
        </p:nvSpPr>
        <p:spPr>
          <a:xfrm>
            <a:off x="388620" y="451976"/>
            <a:ext cx="2788800" cy="39819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C8102E"/>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descr="Rediger tekststiler i malen" id="196" name="Google Shape;196;p33"/>
          <p:cNvSpPr txBox="1"/>
          <p:nvPr>
            <p:ph idx="1" type="body"/>
          </p:nvPr>
        </p:nvSpPr>
        <p:spPr>
          <a:xfrm>
            <a:off x="3398520" y="451975"/>
            <a:ext cx="5438100" cy="3981900"/>
          </a:xfrm>
          <a:prstGeom prst="rect">
            <a:avLst/>
          </a:prstGeom>
          <a:noFill/>
          <a:ln>
            <a:noFill/>
          </a:ln>
        </p:spPr>
        <p:txBody>
          <a:bodyPr anchorCtr="0" anchor="ctr" bIns="34275" lIns="67500" spcFirstLastPara="1" rIns="68575" wrap="square" tIns="34275">
            <a:normAutofit/>
          </a:bodyPr>
          <a:lstStyle>
            <a:lvl1pPr indent="-228600" lvl="0" marL="457200" algn="l">
              <a:lnSpc>
                <a:spcPct val="90000"/>
              </a:lnSpc>
              <a:spcBef>
                <a:spcPts val="800"/>
              </a:spcBef>
              <a:spcAft>
                <a:spcPts val="0"/>
              </a:spcAft>
              <a:buClr>
                <a:srgbClr val="202A51"/>
              </a:buClr>
              <a:buSzPts val="1800"/>
              <a:buNone/>
              <a:defRPr b="0" sz="1800">
                <a:solidFill>
                  <a:srgbClr val="202A51"/>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7" name="Google Shape;197;p33"/>
          <p:cNvSpPr txBox="1"/>
          <p:nvPr>
            <p:ph idx="2" type="body"/>
          </p:nvPr>
        </p:nvSpPr>
        <p:spPr>
          <a:xfrm>
            <a:off x="5594747" y="4777979"/>
            <a:ext cx="2406300" cy="273900"/>
          </a:xfrm>
          <a:prstGeom prst="rect">
            <a:avLst/>
          </a:prstGeom>
          <a:noFill/>
          <a:ln>
            <a:noFill/>
          </a:ln>
        </p:spPr>
        <p:txBody>
          <a:bodyPr anchorCtr="0" anchor="t" bIns="34275" lIns="67500" spcFirstLastPara="1" rIns="68575" wrap="square" tIns="34275">
            <a:normAutofit/>
          </a:bodyPr>
          <a:lstStyle>
            <a:lvl1pPr indent="-228600" lvl="0" marL="457200" algn="r">
              <a:lnSpc>
                <a:spcPct val="90000"/>
              </a:lnSpc>
              <a:spcBef>
                <a:spcPts val="800"/>
              </a:spcBef>
              <a:spcAft>
                <a:spcPts val="0"/>
              </a:spcAft>
              <a:buClr>
                <a:schemeClr val="dk1"/>
              </a:buClr>
              <a:buSzPts val="800"/>
              <a:buNone/>
              <a:defRPr b="0" i="0" sz="800">
                <a:latin typeface="Helvetica Neue"/>
                <a:ea typeface="Helvetica Neue"/>
                <a:cs typeface="Helvetica Neue"/>
                <a:sym typeface="Helvetica Neue"/>
              </a:defRPr>
            </a:lvl1pPr>
            <a:lvl2pPr indent="-228600" lvl="1" marL="914400" algn="l">
              <a:lnSpc>
                <a:spcPct val="90000"/>
              </a:lnSpc>
              <a:spcBef>
                <a:spcPts val="400"/>
              </a:spcBef>
              <a:spcAft>
                <a:spcPts val="0"/>
              </a:spcAft>
              <a:buClr>
                <a:schemeClr val="dk1"/>
              </a:buClr>
              <a:buSzPts val="700"/>
              <a:buNone/>
              <a:defRPr sz="700"/>
            </a:lvl2pPr>
            <a:lvl3pPr indent="-273050" lvl="2" marL="1371600" algn="l">
              <a:lnSpc>
                <a:spcPct val="90000"/>
              </a:lnSpc>
              <a:spcBef>
                <a:spcPts val="400"/>
              </a:spcBef>
              <a:spcAft>
                <a:spcPts val="0"/>
              </a:spcAft>
              <a:buClr>
                <a:schemeClr val="dk1"/>
              </a:buClr>
              <a:buSzPts val="700"/>
              <a:buChar char="•"/>
              <a:defRPr sz="700"/>
            </a:lvl3pPr>
            <a:lvl4pPr indent="-273050" lvl="3" marL="1828800" algn="l">
              <a:lnSpc>
                <a:spcPct val="90000"/>
              </a:lnSpc>
              <a:spcBef>
                <a:spcPts val="400"/>
              </a:spcBef>
              <a:spcAft>
                <a:spcPts val="0"/>
              </a:spcAft>
              <a:buClr>
                <a:schemeClr val="dk1"/>
              </a:buClr>
              <a:buSzPts val="700"/>
              <a:buChar char="•"/>
              <a:defRPr sz="700"/>
            </a:lvl4pPr>
            <a:lvl5pPr indent="-273050" lvl="4" marL="2286000" algn="l">
              <a:lnSpc>
                <a:spcPct val="90000"/>
              </a:lnSpc>
              <a:spcBef>
                <a:spcPts val="400"/>
              </a:spcBef>
              <a:spcAft>
                <a:spcPts val="0"/>
              </a:spcAft>
              <a:buClr>
                <a:schemeClr val="dk1"/>
              </a:buClr>
              <a:buSzPts val="700"/>
              <a:buChar char="•"/>
              <a:defRPr sz="7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8" name="Google Shape;198;p33"/>
          <p:cNvSpPr txBox="1"/>
          <p:nvPr>
            <p:ph idx="12" type="sldNum"/>
          </p:nvPr>
        </p:nvSpPr>
        <p:spPr>
          <a:xfrm>
            <a:off x="8045605" y="4777978"/>
            <a:ext cx="971700" cy="2739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no"/>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ekstinnhold">
  <p:cSld name="2_Tekstinnhold">
    <p:bg>
      <p:bgPr>
        <a:solidFill>
          <a:srgbClr val="F8EDDD"/>
        </a:solidFill>
      </p:bgPr>
    </p:bg>
    <p:spTree>
      <p:nvGrpSpPr>
        <p:cNvPr id="199" name="Shape 199"/>
        <p:cNvGrpSpPr/>
        <p:nvPr/>
      </p:nvGrpSpPr>
      <p:grpSpPr>
        <a:xfrm>
          <a:off x="0" y="0"/>
          <a:ext cx="0" cy="0"/>
          <a:chOff x="0" y="0"/>
          <a:chExt cx="0" cy="0"/>
        </a:xfrm>
      </p:grpSpPr>
      <p:sp>
        <p:nvSpPr>
          <p:cNvPr id="200" name="Google Shape;200;p34"/>
          <p:cNvSpPr txBox="1"/>
          <p:nvPr>
            <p:ph type="title"/>
          </p:nvPr>
        </p:nvSpPr>
        <p:spPr>
          <a:xfrm>
            <a:off x="506323" y="-407504"/>
            <a:ext cx="8274900" cy="4074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C8102E"/>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descr="Rediger tesktstiler i malen" id="201" name="Google Shape;201;p34"/>
          <p:cNvSpPr txBox="1"/>
          <p:nvPr>
            <p:ph idx="1" type="body"/>
          </p:nvPr>
        </p:nvSpPr>
        <p:spPr>
          <a:xfrm>
            <a:off x="448408" y="530678"/>
            <a:ext cx="8211900" cy="3786600"/>
          </a:xfrm>
          <a:prstGeom prst="rect">
            <a:avLst/>
          </a:prstGeom>
          <a:noFill/>
          <a:ln>
            <a:noFill/>
          </a:ln>
        </p:spPr>
        <p:txBody>
          <a:bodyPr anchorCtr="0" anchor="t" bIns="34275" lIns="67500" spcFirstLastPara="1" rIns="68575" wrap="square" tIns="34275">
            <a:normAutofit/>
          </a:bodyPr>
          <a:lstStyle>
            <a:lvl1pPr indent="-228600" lvl="0" marL="457200" algn="l">
              <a:lnSpc>
                <a:spcPct val="90000"/>
              </a:lnSpc>
              <a:spcBef>
                <a:spcPts val="800"/>
              </a:spcBef>
              <a:spcAft>
                <a:spcPts val="0"/>
              </a:spcAft>
              <a:buClr>
                <a:srgbClr val="202A51"/>
              </a:buClr>
              <a:buSzPts val="1800"/>
              <a:buNone/>
              <a:defRPr b="0" sz="1800">
                <a:solidFill>
                  <a:srgbClr val="202A51"/>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2" name="Google Shape;202;p34"/>
          <p:cNvSpPr txBox="1"/>
          <p:nvPr>
            <p:ph idx="2" type="body"/>
          </p:nvPr>
        </p:nvSpPr>
        <p:spPr>
          <a:xfrm>
            <a:off x="5594747" y="4777979"/>
            <a:ext cx="2406300" cy="273900"/>
          </a:xfrm>
          <a:prstGeom prst="rect">
            <a:avLst/>
          </a:prstGeom>
          <a:noFill/>
          <a:ln>
            <a:noFill/>
          </a:ln>
        </p:spPr>
        <p:txBody>
          <a:bodyPr anchorCtr="0" anchor="t" bIns="34275" lIns="67500" spcFirstLastPara="1" rIns="68575" wrap="square" tIns="34275">
            <a:normAutofit/>
          </a:bodyPr>
          <a:lstStyle>
            <a:lvl1pPr indent="-228600" lvl="0" marL="457200" algn="r">
              <a:lnSpc>
                <a:spcPct val="90000"/>
              </a:lnSpc>
              <a:spcBef>
                <a:spcPts val="800"/>
              </a:spcBef>
              <a:spcAft>
                <a:spcPts val="0"/>
              </a:spcAft>
              <a:buClr>
                <a:schemeClr val="dk1"/>
              </a:buClr>
              <a:buSzPts val="800"/>
              <a:buNone/>
              <a:defRPr b="0" i="0" sz="800">
                <a:latin typeface="Helvetica Neue"/>
                <a:ea typeface="Helvetica Neue"/>
                <a:cs typeface="Helvetica Neue"/>
                <a:sym typeface="Helvetica Neue"/>
              </a:defRPr>
            </a:lvl1pPr>
            <a:lvl2pPr indent="-228600" lvl="1" marL="914400" algn="l">
              <a:lnSpc>
                <a:spcPct val="90000"/>
              </a:lnSpc>
              <a:spcBef>
                <a:spcPts val="400"/>
              </a:spcBef>
              <a:spcAft>
                <a:spcPts val="0"/>
              </a:spcAft>
              <a:buClr>
                <a:schemeClr val="dk1"/>
              </a:buClr>
              <a:buSzPts val="700"/>
              <a:buNone/>
              <a:defRPr sz="700"/>
            </a:lvl2pPr>
            <a:lvl3pPr indent="-273050" lvl="2" marL="1371600" algn="l">
              <a:lnSpc>
                <a:spcPct val="90000"/>
              </a:lnSpc>
              <a:spcBef>
                <a:spcPts val="400"/>
              </a:spcBef>
              <a:spcAft>
                <a:spcPts val="0"/>
              </a:spcAft>
              <a:buClr>
                <a:schemeClr val="dk1"/>
              </a:buClr>
              <a:buSzPts val="700"/>
              <a:buChar char="•"/>
              <a:defRPr sz="700"/>
            </a:lvl3pPr>
            <a:lvl4pPr indent="-273050" lvl="3" marL="1828800" algn="l">
              <a:lnSpc>
                <a:spcPct val="90000"/>
              </a:lnSpc>
              <a:spcBef>
                <a:spcPts val="400"/>
              </a:spcBef>
              <a:spcAft>
                <a:spcPts val="0"/>
              </a:spcAft>
              <a:buClr>
                <a:schemeClr val="dk1"/>
              </a:buClr>
              <a:buSzPts val="700"/>
              <a:buChar char="•"/>
              <a:defRPr sz="700"/>
            </a:lvl4pPr>
            <a:lvl5pPr indent="-273050" lvl="4" marL="2286000" algn="l">
              <a:lnSpc>
                <a:spcPct val="90000"/>
              </a:lnSpc>
              <a:spcBef>
                <a:spcPts val="400"/>
              </a:spcBef>
              <a:spcAft>
                <a:spcPts val="0"/>
              </a:spcAft>
              <a:buClr>
                <a:schemeClr val="dk1"/>
              </a:buClr>
              <a:buSzPts val="700"/>
              <a:buChar char="•"/>
              <a:defRPr sz="7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3" name="Google Shape;203;p34"/>
          <p:cNvSpPr txBox="1"/>
          <p:nvPr>
            <p:ph idx="12" type="sldNum"/>
          </p:nvPr>
        </p:nvSpPr>
        <p:spPr>
          <a:xfrm>
            <a:off x="8045605" y="4777978"/>
            <a:ext cx="971700" cy="2739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no"/>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Sammenligning">
  <p:cSld name="8_Sammenligning">
    <p:bg>
      <p:bgPr>
        <a:solidFill>
          <a:srgbClr val="F8EDDD"/>
        </a:solidFill>
      </p:bgPr>
    </p:bg>
    <p:spTree>
      <p:nvGrpSpPr>
        <p:cNvPr id="204" name="Shape 204"/>
        <p:cNvGrpSpPr/>
        <p:nvPr/>
      </p:nvGrpSpPr>
      <p:grpSpPr>
        <a:xfrm>
          <a:off x="0" y="0"/>
          <a:ext cx="0" cy="0"/>
          <a:chOff x="0" y="0"/>
          <a:chExt cx="0" cy="0"/>
        </a:xfrm>
      </p:grpSpPr>
      <p:sp>
        <p:nvSpPr>
          <p:cNvPr id="205" name="Google Shape;205;p35"/>
          <p:cNvSpPr txBox="1"/>
          <p:nvPr>
            <p:ph type="title"/>
          </p:nvPr>
        </p:nvSpPr>
        <p:spPr>
          <a:xfrm>
            <a:off x="401962" y="273844"/>
            <a:ext cx="8275800" cy="7509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C8102E"/>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descr="Klikk for å redigere tekststiler i malen" id="206" name="Google Shape;206;p35"/>
          <p:cNvSpPr txBox="1"/>
          <p:nvPr>
            <p:ph idx="1" type="body"/>
          </p:nvPr>
        </p:nvSpPr>
        <p:spPr>
          <a:xfrm>
            <a:off x="401962" y="1204547"/>
            <a:ext cx="3915000" cy="3185700"/>
          </a:xfrm>
          <a:prstGeom prst="rect">
            <a:avLst/>
          </a:prstGeom>
          <a:noFill/>
          <a:ln>
            <a:noFill/>
          </a:ln>
        </p:spPr>
        <p:txBody>
          <a:bodyPr anchorCtr="0" anchor="t" bIns="34275" lIns="67500" spcFirstLastPara="1" rIns="68575" wrap="square" tIns="34275">
            <a:normAutofit/>
          </a:bodyPr>
          <a:lstStyle>
            <a:lvl1pPr indent="-228600" lvl="0" marL="457200" algn="l">
              <a:lnSpc>
                <a:spcPct val="90000"/>
              </a:lnSpc>
              <a:spcBef>
                <a:spcPts val="800"/>
              </a:spcBef>
              <a:spcAft>
                <a:spcPts val="0"/>
              </a:spcAft>
              <a:buClr>
                <a:srgbClr val="202A51"/>
              </a:buClr>
              <a:buSzPts val="1800"/>
              <a:buNone/>
              <a:defRPr b="0" sz="1800">
                <a:solidFill>
                  <a:srgbClr val="202A51"/>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descr="Klikk for å redigere tekststiler i malen" id="207" name="Google Shape;207;p35"/>
          <p:cNvSpPr txBox="1"/>
          <p:nvPr>
            <p:ph idx="2" type="body"/>
          </p:nvPr>
        </p:nvSpPr>
        <p:spPr>
          <a:xfrm>
            <a:off x="4762752" y="1204547"/>
            <a:ext cx="3915000" cy="3185700"/>
          </a:xfrm>
          <a:prstGeom prst="rect">
            <a:avLst/>
          </a:prstGeom>
          <a:noFill/>
          <a:ln>
            <a:noFill/>
          </a:ln>
        </p:spPr>
        <p:txBody>
          <a:bodyPr anchorCtr="0" anchor="t" bIns="34275" lIns="67500" spcFirstLastPara="1" rIns="68575" wrap="square" tIns="34275">
            <a:normAutofit/>
          </a:bodyPr>
          <a:lstStyle>
            <a:lvl1pPr indent="-228600" lvl="0" marL="457200" algn="l">
              <a:lnSpc>
                <a:spcPct val="90000"/>
              </a:lnSpc>
              <a:spcBef>
                <a:spcPts val="800"/>
              </a:spcBef>
              <a:spcAft>
                <a:spcPts val="0"/>
              </a:spcAft>
              <a:buClr>
                <a:srgbClr val="202A51"/>
              </a:buClr>
              <a:buSzPts val="1800"/>
              <a:buNone/>
              <a:defRPr b="0" sz="1800">
                <a:solidFill>
                  <a:srgbClr val="202A51"/>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8" name="Google Shape;208;p35"/>
          <p:cNvSpPr txBox="1"/>
          <p:nvPr>
            <p:ph idx="3" type="body"/>
          </p:nvPr>
        </p:nvSpPr>
        <p:spPr>
          <a:xfrm>
            <a:off x="5594747" y="4777979"/>
            <a:ext cx="2406300" cy="273900"/>
          </a:xfrm>
          <a:prstGeom prst="rect">
            <a:avLst/>
          </a:prstGeom>
          <a:noFill/>
          <a:ln>
            <a:noFill/>
          </a:ln>
        </p:spPr>
        <p:txBody>
          <a:bodyPr anchorCtr="0" anchor="t" bIns="34275" lIns="67500" spcFirstLastPara="1" rIns="68575" wrap="square" tIns="34275">
            <a:normAutofit/>
          </a:bodyPr>
          <a:lstStyle>
            <a:lvl1pPr indent="-228600" lvl="0" marL="457200" algn="r">
              <a:lnSpc>
                <a:spcPct val="90000"/>
              </a:lnSpc>
              <a:spcBef>
                <a:spcPts val="800"/>
              </a:spcBef>
              <a:spcAft>
                <a:spcPts val="0"/>
              </a:spcAft>
              <a:buClr>
                <a:schemeClr val="dk1"/>
              </a:buClr>
              <a:buSzPts val="800"/>
              <a:buNone/>
              <a:defRPr b="0" i="0" sz="800">
                <a:latin typeface="Helvetica Neue"/>
                <a:ea typeface="Helvetica Neue"/>
                <a:cs typeface="Helvetica Neue"/>
                <a:sym typeface="Helvetica Neue"/>
              </a:defRPr>
            </a:lvl1pPr>
            <a:lvl2pPr indent="-228600" lvl="1" marL="914400" algn="l">
              <a:lnSpc>
                <a:spcPct val="90000"/>
              </a:lnSpc>
              <a:spcBef>
                <a:spcPts val="400"/>
              </a:spcBef>
              <a:spcAft>
                <a:spcPts val="0"/>
              </a:spcAft>
              <a:buClr>
                <a:schemeClr val="dk1"/>
              </a:buClr>
              <a:buSzPts val="700"/>
              <a:buNone/>
              <a:defRPr sz="700"/>
            </a:lvl2pPr>
            <a:lvl3pPr indent="-273050" lvl="2" marL="1371600" algn="l">
              <a:lnSpc>
                <a:spcPct val="90000"/>
              </a:lnSpc>
              <a:spcBef>
                <a:spcPts val="400"/>
              </a:spcBef>
              <a:spcAft>
                <a:spcPts val="0"/>
              </a:spcAft>
              <a:buClr>
                <a:schemeClr val="dk1"/>
              </a:buClr>
              <a:buSzPts val="700"/>
              <a:buChar char="•"/>
              <a:defRPr sz="700"/>
            </a:lvl3pPr>
            <a:lvl4pPr indent="-273050" lvl="3" marL="1828800" algn="l">
              <a:lnSpc>
                <a:spcPct val="90000"/>
              </a:lnSpc>
              <a:spcBef>
                <a:spcPts val="400"/>
              </a:spcBef>
              <a:spcAft>
                <a:spcPts val="0"/>
              </a:spcAft>
              <a:buClr>
                <a:schemeClr val="dk1"/>
              </a:buClr>
              <a:buSzPts val="700"/>
              <a:buChar char="•"/>
              <a:defRPr sz="700"/>
            </a:lvl4pPr>
            <a:lvl5pPr indent="-273050" lvl="4" marL="2286000" algn="l">
              <a:lnSpc>
                <a:spcPct val="90000"/>
              </a:lnSpc>
              <a:spcBef>
                <a:spcPts val="400"/>
              </a:spcBef>
              <a:spcAft>
                <a:spcPts val="0"/>
              </a:spcAft>
              <a:buClr>
                <a:schemeClr val="dk1"/>
              </a:buClr>
              <a:buSzPts val="700"/>
              <a:buChar char="•"/>
              <a:defRPr sz="7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9" name="Google Shape;209;p35"/>
          <p:cNvSpPr txBox="1"/>
          <p:nvPr>
            <p:ph idx="12" type="sldNum"/>
          </p:nvPr>
        </p:nvSpPr>
        <p:spPr>
          <a:xfrm>
            <a:off x="8045605" y="4777978"/>
            <a:ext cx="971700" cy="2739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no"/>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Sammenligning">
  <p:cSld name="9_Sammenligning">
    <p:bg>
      <p:bgPr>
        <a:solidFill>
          <a:srgbClr val="F8EDDD"/>
        </a:solidFill>
      </p:bgPr>
    </p:bg>
    <p:spTree>
      <p:nvGrpSpPr>
        <p:cNvPr id="210" name="Shape 210"/>
        <p:cNvGrpSpPr/>
        <p:nvPr/>
      </p:nvGrpSpPr>
      <p:grpSpPr>
        <a:xfrm>
          <a:off x="0" y="0"/>
          <a:ext cx="0" cy="0"/>
          <a:chOff x="0" y="0"/>
          <a:chExt cx="0" cy="0"/>
        </a:xfrm>
      </p:grpSpPr>
      <p:sp>
        <p:nvSpPr>
          <p:cNvPr id="211" name="Google Shape;211;p36"/>
          <p:cNvSpPr txBox="1"/>
          <p:nvPr>
            <p:ph type="title"/>
          </p:nvPr>
        </p:nvSpPr>
        <p:spPr>
          <a:xfrm>
            <a:off x="401962" y="273844"/>
            <a:ext cx="8275800" cy="7509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C8102E"/>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descr="Klikk for å redigere tekststiler i malen" id="212" name="Google Shape;212;p36"/>
          <p:cNvSpPr txBox="1"/>
          <p:nvPr>
            <p:ph idx="1" type="body"/>
          </p:nvPr>
        </p:nvSpPr>
        <p:spPr>
          <a:xfrm>
            <a:off x="401962" y="1204547"/>
            <a:ext cx="2430000" cy="3185700"/>
          </a:xfrm>
          <a:prstGeom prst="rect">
            <a:avLst/>
          </a:prstGeom>
          <a:noFill/>
          <a:ln>
            <a:noFill/>
          </a:ln>
        </p:spPr>
        <p:txBody>
          <a:bodyPr anchorCtr="0" anchor="t" bIns="34275" lIns="67500" spcFirstLastPara="1" rIns="68575" wrap="square" tIns="34275">
            <a:normAutofit/>
          </a:bodyPr>
          <a:lstStyle>
            <a:lvl1pPr indent="-228600" lvl="0" marL="457200" algn="l">
              <a:lnSpc>
                <a:spcPct val="90000"/>
              </a:lnSpc>
              <a:spcBef>
                <a:spcPts val="800"/>
              </a:spcBef>
              <a:spcAft>
                <a:spcPts val="0"/>
              </a:spcAft>
              <a:buClr>
                <a:srgbClr val="202A51"/>
              </a:buClr>
              <a:buSzPts val="1800"/>
              <a:buNone/>
              <a:defRPr b="0" sz="1800">
                <a:solidFill>
                  <a:srgbClr val="202A51"/>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descr="Klikk for å redigere tekststiler i malen" id="213" name="Google Shape;213;p36"/>
          <p:cNvSpPr txBox="1"/>
          <p:nvPr>
            <p:ph idx="2" type="body"/>
          </p:nvPr>
        </p:nvSpPr>
        <p:spPr>
          <a:xfrm>
            <a:off x="3324857" y="1204547"/>
            <a:ext cx="2430000" cy="3185700"/>
          </a:xfrm>
          <a:prstGeom prst="rect">
            <a:avLst/>
          </a:prstGeom>
          <a:noFill/>
          <a:ln>
            <a:noFill/>
          </a:ln>
        </p:spPr>
        <p:txBody>
          <a:bodyPr anchorCtr="0" anchor="t" bIns="34275" lIns="67500" spcFirstLastPara="1" rIns="68575" wrap="square" tIns="34275">
            <a:normAutofit/>
          </a:bodyPr>
          <a:lstStyle>
            <a:lvl1pPr indent="-228600" lvl="0" marL="457200" algn="l">
              <a:lnSpc>
                <a:spcPct val="90000"/>
              </a:lnSpc>
              <a:spcBef>
                <a:spcPts val="800"/>
              </a:spcBef>
              <a:spcAft>
                <a:spcPts val="0"/>
              </a:spcAft>
              <a:buClr>
                <a:srgbClr val="202A51"/>
              </a:buClr>
              <a:buSzPts val="1800"/>
              <a:buNone/>
              <a:defRPr b="0" sz="1800">
                <a:solidFill>
                  <a:srgbClr val="202A51"/>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descr="Klikk for å redigere tekststiler i malen" id="214" name="Google Shape;214;p36"/>
          <p:cNvSpPr txBox="1"/>
          <p:nvPr>
            <p:ph idx="3" type="body"/>
          </p:nvPr>
        </p:nvSpPr>
        <p:spPr>
          <a:xfrm>
            <a:off x="6247752" y="1204547"/>
            <a:ext cx="2430000" cy="3185700"/>
          </a:xfrm>
          <a:prstGeom prst="rect">
            <a:avLst/>
          </a:prstGeom>
          <a:noFill/>
          <a:ln>
            <a:noFill/>
          </a:ln>
        </p:spPr>
        <p:txBody>
          <a:bodyPr anchorCtr="0" anchor="t" bIns="34275" lIns="67500" spcFirstLastPara="1" rIns="68575" wrap="square" tIns="34275">
            <a:normAutofit/>
          </a:bodyPr>
          <a:lstStyle>
            <a:lvl1pPr indent="-228600" lvl="0" marL="457200" algn="l">
              <a:lnSpc>
                <a:spcPct val="90000"/>
              </a:lnSpc>
              <a:spcBef>
                <a:spcPts val="800"/>
              </a:spcBef>
              <a:spcAft>
                <a:spcPts val="0"/>
              </a:spcAft>
              <a:buClr>
                <a:srgbClr val="202A51"/>
              </a:buClr>
              <a:buSzPts val="1800"/>
              <a:buNone/>
              <a:defRPr b="0" sz="1800">
                <a:solidFill>
                  <a:srgbClr val="202A51"/>
                </a:solidFill>
              </a:defRPr>
            </a:lvl1pPr>
            <a:lvl2pPr indent="-228600" lvl="1" marL="914400" algn="l">
              <a:lnSpc>
                <a:spcPct val="90000"/>
              </a:lnSpc>
              <a:spcBef>
                <a:spcPts val="400"/>
              </a:spcBef>
              <a:spcAft>
                <a:spcPts val="0"/>
              </a:spcAft>
              <a:buClr>
                <a:schemeClr val="dk1"/>
              </a:buClr>
              <a:buSzPts val="1400"/>
              <a:buNone/>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15" name="Google Shape;215;p36"/>
          <p:cNvSpPr txBox="1"/>
          <p:nvPr>
            <p:ph idx="4" type="body"/>
          </p:nvPr>
        </p:nvSpPr>
        <p:spPr>
          <a:xfrm>
            <a:off x="5594747" y="4777979"/>
            <a:ext cx="2406300" cy="273900"/>
          </a:xfrm>
          <a:prstGeom prst="rect">
            <a:avLst/>
          </a:prstGeom>
          <a:noFill/>
          <a:ln>
            <a:noFill/>
          </a:ln>
        </p:spPr>
        <p:txBody>
          <a:bodyPr anchorCtr="0" anchor="t" bIns="34275" lIns="67500" spcFirstLastPara="1" rIns="68575" wrap="square" tIns="34275">
            <a:normAutofit/>
          </a:bodyPr>
          <a:lstStyle>
            <a:lvl1pPr indent="-228600" lvl="0" marL="457200" algn="r">
              <a:lnSpc>
                <a:spcPct val="90000"/>
              </a:lnSpc>
              <a:spcBef>
                <a:spcPts val="800"/>
              </a:spcBef>
              <a:spcAft>
                <a:spcPts val="0"/>
              </a:spcAft>
              <a:buClr>
                <a:schemeClr val="dk1"/>
              </a:buClr>
              <a:buSzPts val="800"/>
              <a:buNone/>
              <a:defRPr b="0" i="0" sz="800">
                <a:latin typeface="Helvetica Neue"/>
                <a:ea typeface="Helvetica Neue"/>
                <a:cs typeface="Helvetica Neue"/>
                <a:sym typeface="Helvetica Neue"/>
              </a:defRPr>
            </a:lvl1pPr>
            <a:lvl2pPr indent="-228600" lvl="1" marL="914400" algn="l">
              <a:lnSpc>
                <a:spcPct val="90000"/>
              </a:lnSpc>
              <a:spcBef>
                <a:spcPts val="400"/>
              </a:spcBef>
              <a:spcAft>
                <a:spcPts val="0"/>
              </a:spcAft>
              <a:buClr>
                <a:schemeClr val="dk1"/>
              </a:buClr>
              <a:buSzPts val="700"/>
              <a:buNone/>
              <a:defRPr sz="700"/>
            </a:lvl2pPr>
            <a:lvl3pPr indent="-273050" lvl="2" marL="1371600" algn="l">
              <a:lnSpc>
                <a:spcPct val="90000"/>
              </a:lnSpc>
              <a:spcBef>
                <a:spcPts val="400"/>
              </a:spcBef>
              <a:spcAft>
                <a:spcPts val="0"/>
              </a:spcAft>
              <a:buClr>
                <a:schemeClr val="dk1"/>
              </a:buClr>
              <a:buSzPts val="700"/>
              <a:buChar char="•"/>
              <a:defRPr sz="700"/>
            </a:lvl3pPr>
            <a:lvl4pPr indent="-273050" lvl="3" marL="1828800" algn="l">
              <a:lnSpc>
                <a:spcPct val="90000"/>
              </a:lnSpc>
              <a:spcBef>
                <a:spcPts val="400"/>
              </a:spcBef>
              <a:spcAft>
                <a:spcPts val="0"/>
              </a:spcAft>
              <a:buClr>
                <a:schemeClr val="dk1"/>
              </a:buClr>
              <a:buSzPts val="700"/>
              <a:buChar char="•"/>
              <a:defRPr sz="700"/>
            </a:lvl4pPr>
            <a:lvl5pPr indent="-273050" lvl="4" marL="2286000" algn="l">
              <a:lnSpc>
                <a:spcPct val="90000"/>
              </a:lnSpc>
              <a:spcBef>
                <a:spcPts val="400"/>
              </a:spcBef>
              <a:spcAft>
                <a:spcPts val="0"/>
              </a:spcAft>
              <a:buClr>
                <a:schemeClr val="dk1"/>
              </a:buClr>
              <a:buSzPts val="700"/>
              <a:buChar char="•"/>
              <a:defRPr sz="7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16" name="Google Shape;216;p36"/>
          <p:cNvSpPr txBox="1"/>
          <p:nvPr>
            <p:ph idx="12" type="sldNum"/>
          </p:nvPr>
        </p:nvSpPr>
        <p:spPr>
          <a:xfrm>
            <a:off x="8045605" y="4777978"/>
            <a:ext cx="971700" cy="2739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no"/>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apittel">
  <p:cSld name="Kapittel">
    <p:bg>
      <p:bgPr>
        <a:solidFill>
          <a:srgbClr val="000000"/>
        </a:solidFill>
      </p:bgPr>
    </p:bg>
    <p:spTree>
      <p:nvGrpSpPr>
        <p:cNvPr id="217" name="Shape 217"/>
        <p:cNvGrpSpPr/>
        <p:nvPr/>
      </p:nvGrpSpPr>
      <p:grpSpPr>
        <a:xfrm>
          <a:off x="0" y="0"/>
          <a:ext cx="0" cy="0"/>
          <a:chOff x="0" y="0"/>
          <a:chExt cx="0" cy="0"/>
        </a:xfrm>
      </p:grpSpPr>
      <p:sp>
        <p:nvSpPr>
          <p:cNvPr id="218" name="Google Shape;218;p37"/>
          <p:cNvSpPr/>
          <p:nvPr/>
        </p:nvSpPr>
        <p:spPr>
          <a:xfrm>
            <a:off x="0" y="0"/>
            <a:ext cx="9144000" cy="5143500"/>
          </a:xfrm>
          <a:custGeom>
            <a:rect b="b" l="l" r="r" t="t"/>
            <a:pathLst>
              <a:path extrusionOk="0" h="6858000" w="12192000">
                <a:moveTo>
                  <a:pt x="789493" y="0"/>
                </a:moveTo>
                <a:lnTo>
                  <a:pt x="11402507" y="0"/>
                </a:lnTo>
                <a:lnTo>
                  <a:pt x="11402511" y="0"/>
                </a:lnTo>
                <a:lnTo>
                  <a:pt x="12192000" y="0"/>
                </a:lnTo>
                <a:lnTo>
                  <a:pt x="12192000" y="789493"/>
                </a:lnTo>
                <a:lnTo>
                  <a:pt x="12192000" y="816864"/>
                </a:lnTo>
                <a:lnTo>
                  <a:pt x="12192000" y="6041136"/>
                </a:lnTo>
                <a:lnTo>
                  <a:pt x="12192000" y="6068507"/>
                </a:lnTo>
                <a:lnTo>
                  <a:pt x="12192000" y="6858000"/>
                </a:lnTo>
                <a:lnTo>
                  <a:pt x="11402507" y="6858000"/>
                </a:lnTo>
                <a:lnTo>
                  <a:pt x="11387328" y="6858000"/>
                </a:lnTo>
                <a:lnTo>
                  <a:pt x="789493" y="6858000"/>
                </a:lnTo>
                <a:cubicBezTo>
                  <a:pt x="353468" y="6858000"/>
                  <a:pt x="0" y="6504532"/>
                  <a:pt x="0" y="6068507"/>
                </a:cubicBezTo>
                <a:lnTo>
                  <a:pt x="0" y="789493"/>
                </a:lnTo>
                <a:lnTo>
                  <a:pt x="0" y="789491"/>
                </a:lnTo>
                <a:lnTo>
                  <a:pt x="0" y="0"/>
                </a:lnTo>
                <a:lnTo>
                  <a:pt x="789491" y="0"/>
                </a:lnTo>
                <a:close/>
              </a:path>
            </a:pathLst>
          </a:cu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19" name="Google Shape;219;p37"/>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D2002B"/>
              </a:buClr>
              <a:buSzPts val="4500"/>
              <a:buFont typeface="Arial"/>
              <a:buNone/>
              <a:defRPr sz="4500">
                <a:solidFill>
                  <a:srgbClr val="D2002B"/>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20" name="Google Shape;220;p37"/>
          <p:cNvSpPr txBox="1"/>
          <p:nvPr>
            <p:ph idx="1" type="subTitle"/>
          </p:nvPr>
        </p:nvSpPr>
        <p:spPr>
          <a:xfrm>
            <a:off x="1143000" y="2701529"/>
            <a:ext cx="6858000" cy="1241700"/>
          </a:xfrm>
          <a:prstGeom prst="rect">
            <a:avLst/>
          </a:prstGeom>
          <a:noFill/>
          <a:ln>
            <a:noFill/>
          </a:ln>
        </p:spPr>
        <p:txBody>
          <a:bodyPr anchorCtr="0" anchor="t" bIns="34275" lIns="67500" spcFirstLastPara="1" rIns="68575" wrap="square" tIns="34275">
            <a:normAutofit/>
          </a:bodyPr>
          <a:lstStyle>
            <a:lvl1pPr lvl="0" algn="l">
              <a:lnSpc>
                <a:spcPct val="90000"/>
              </a:lnSpc>
              <a:spcBef>
                <a:spcPts val="800"/>
              </a:spcBef>
              <a:spcAft>
                <a:spcPts val="0"/>
              </a:spcAft>
              <a:buClr>
                <a:srgbClr val="202A51"/>
              </a:buClr>
              <a:buSzPts val="1800"/>
              <a:buNone/>
              <a:defRPr sz="1800">
                <a:solidFill>
                  <a:srgbClr val="202A51"/>
                </a:solidFill>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pic>
        <p:nvPicPr>
          <p:cNvPr id="221" name="Google Shape;221;p37"/>
          <p:cNvPicPr preferRelativeResize="0"/>
          <p:nvPr/>
        </p:nvPicPr>
        <p:blipFill rotWithShape="1">
          <a:blip r:embed="rId2">
            <a:alphaModFix/>
          </a:blip>
          <a:srcRect b="0" l="0" r="0" t="0"/>
          <a:stretch/>
        </p:blipFill>
        <p:spPr>
          <a:xfrm>
            <a:off x="572644" y="4539569"/>
            <a:ext cx="570356" cy="238409"/>
          </a:xfrm>
          <a:prstGeom prst="rect">
            <a:avLst/>
          </a:prstGeom>
          <a:noFill/>
          <a:ln>
            <a:noFill/>
          </a:ln>
        </p:spPr>
      </p:pic>
      <p:sp>
        <p:nvSpPr>
          <p:cNvPr id="222" name="Google Shape;222;p37"/>
          <p:cNvSpPr txBox="1"/>
          <p:nvPr>
            <p:ph idx="2" type="body"/>
          </p:nvPr>
        </p:nvSpPr>
        <p:spPr>
          <a:xfrm>
            <a:off x="5594747" y="4777979"/>
            <a:ext cx="2406300" cy="273900"/>
          </a:xfrm>
          <a:prstGeom prst="rect">
            <a:avLst/>
          </a:prstGeom>
          <a:noFill/>
          <a:ln>
            <a:noFill/>
          </a:ln>
        </p:spPr>
        <p:txBody>
          <a:bodyPr anchorCtr="0" anchor="t" bIns="34275" lIns="67500" spcFirstLastPara="1" rIns="68575" wrap="square" tIns="34275">
            <a:normAutofit/>
          </a:bodyPr>
          <a:lstStyle>
            <a:lvl1pPr indent="-228600" lvl="0" marL="457200" algn="r">
              <a:lnSpc>
                <a:spcPct val="90000"/>
              </a:lnSpc>
              <a:spcBef>
                <a:spcPts val="800"/>
              </a:spcBef>
              <a:spcAft>
                <a:spcPts val="0"/>
              </a:spcAft>
              <a:buClr>
                <a:schemeClr val="dk1"/>
              </a:buClr>
              <a:buSzPts val="800"/>
              <a:buNone/>
              <a:defRPr b="0" i="0" sz="800">
                <a:latin typeface="Helvetica Neue"/>
                <a:ea typeface="Helvetica Neue"/>
                <a:cs typeface="Helvetica Neue"/>
                <a:sym typeface="Helvetica Neue"/>
              </a:defRPr>
            </a:lvl1pPr>
            <a:lvl2pPr indent="-228600" lvl="1" marL="914400" algn="l">
              <a:lnSpc>
                <a:spcPct val="90000"/>
              </a:lnSpc>
              <a:spcBef>
                <a:spcPts val="400"/>
              </a:spcBef>
              <a:spcAft>
                <a:spcPts val="0"/>
              </a:spcAft>
              <a:buClr>
                <a:schemeClr val="dk1"/>
              </a:buClr>
              <a:buSzPts val="700"/>
              <a:buNone/>
              <a:defRPr sz="700"/>
            </a:lvl2pPr>
            <a:lvl3pPr indent="-273050" lvl="2" marL="1371600" algn="l">
              <a:lnSpc>
                <a:spcPct val="90000"/>
              </a:lnSpc>
              <a:spcBef>
                <a:spcPts val="400"/>
              </a:spcBef>
              <a:spcAft>
                <a:spcPts val="0"/>
              </a:spcAft>
              <a:buClr>
                <a:schemeClr val="dk1"/>
              </a:buClr>
              <a:buSzPts val="700"/>
              <a:buChar char="•"/>
              <a:defRPr sz="700"/>
            </a:lvl3pPr>
            <a:lvl4pPr indent="-273050" lvl="3" marL="1828800" algn="l">
              <a:lnSpc>
                <a:spcPct val="90000"/>
              </a:lnSpc>
              <a:spcBef>
                <a:spcPts val="400"/>
              </a:spcBef>
              <a:spcAft>
                <a:spcPts val="0"/>
              </a:spcAft>
              <a:buClr>
                <a:schemeClr val="dk1"/>
              </a:buClr>
              <a:buSzPts val="700"/>
              <a:buChar char="•"/>
              <a:defRPr sz="700"/>
            </a:lvl4pPr>
            <a:lvl5pPr indent="-273050" lvl="4" marL="2286000" algn="l">
              <a:lnSpc>
                <a:spcPct val="90000"/>
              </a:lnSpc>
              <a:spcBef>
                <a:spcPts val="400"/>
              </a:spcBef>
              <a:spcAft>
                <a:spcPts val="0"/>
              </a:spcAft>
              <a:buClr>
                <a:schemeClr val="dk1"/>
              </a:buClr>
              <a:buSzPts val="700"/>
              <a:buChar char="•"/>
              <a:defRPr sz="7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3" name="Google Shape;223;p37"/>
          <p:cNvSpPr txBox="1"/>
          <p:nvPr>
            <p:ph idx="12" type="sldNum"/>
          </p:nvPr>
        </p:nvSpPr>
        <p:spPr>
          <a:xfrm>
            <a:off x="8045605" y="4777978"/>
            <a:ext cx="971700" cy="2739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no"/>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Kapittel">
  <p:cSld name="4_Kapittel">
    <p:bg>
      <p:bgPr>
        <a:solidFill>
          <a:srgbClr val="000000"/>
        </a:solidFill>
      </p:bgPr>
    </p:bg>
    <p:spTree>
      <p:nvGrpSpPr>
        <p:cNvPr id="224" name="Shape 224"/>
        <p:cNvGrpSpPr/>
        <p:nvPr/>
      </p:nvGrpSpPr>
      <p:grpSpPr>
        <a:xfrm>
          <a:off x="0" y="0"/>
          <a:ext cx="0" cy="0"/>
          <a:chOff x="0" y="0"/>
          <a:chExt cx="0" cy="0"/>
        </a:xfrm>
      </p:grpSpPr>
      <p:sp>
        <p:nvSpPr>
          <p:cNvPr id="225" name="Google Shape;225;p38"/>
          <p:cNvSpPr/>
          <p:nvPr/>
        </p:nvSpPr>
        <p:spPr>
          <a:xfrm>
            <a:off x="0" y="0"/>
            <a:ext cx="9144000" cy="5143500"/>
          </a:xfrm>
          <a:custGeom>
            <a:rect b="b" l="l" r="r" t="t"/>
            <a:pathLst>
              <a:path extrusionOk="0" h="6858000" w="12192000">
                <a:moveTo>
                  <a:pt x="789493" y="0"/>
                </a:moveTo>
                <a:lnTo>
                  <a:pt x="11402507" y="0"/>
                </a:lnTo>
                <a:lnTo>
                  <a:pt x="11402511" y="0"/>
                </a:lnTo>
                <a:lnTo>
                  <a:pt x="12192000" y="0"/>
                </a:lnTo>
                <a:lnTo>
                  <a:pt x="12192000" y="789493"/>
                </a:lnTo>
                <a:lnTo>
                  <a:pt x="12192000" y="816864"/>
                </a:lnTo>
                <a:lnTo>
                  <a:pt x="12192000" y="6041136"/>
                </a:lnTo>
                <a:lnTo>
                  <a:pt x="12192000" y="6068507"/>
                </a:lnTo>
                <a:lnTo>
                  <a:pt x="12192000" y="6858000"/>
                </a:lnTo>
                <a:lnTo>
                  <a:pt x="11402507" y="6858000"/>
                </a:lnTo>
                <a:lnTo>
                  <a:pt x="11387328" y="6858000"/>
                </a:lnTo>
                <a:lnTo>
                  <a:pt x="789493" y="6858000"/>
                </a:lnTo>
                <a:cubicBezTo>
                  <a:pt x="353468" y="6858000"/>
                  <a:pt x="0" y="6504532"/>
                  <a:pt x="0" y="6068507"/>
                </a:cubicBezTo>
                <a:lnTo>
                  <a:pt x="0" y="789493"/>
                </a:lnTo>
                <a:lnTo>
                  <a:pt x="0" y="789491"/>
                </a:lnTo>
                <a:lnTo>
                  <a:pt x="0" y="0"/>
                </a:lnTo>
                <a:lnTo>
                  <a:pt x="789491" y="0"/>
                </a:lnTo>
                <a:close/>
              </a:path>
            </a:pathLst>
          </a:cu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26" name="Google Shape;226;p38"/>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D2002B"/>
              </a:buClr>
              <a:buSzPts val="4500"/>
              <a:buFont typeface="Arial"/>
              <a:buNone/>
              <a:defRPr sz="4500">
                <a:solidFill>
                  <a:srgbClr val="D2002B"/>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27" name="Google Shape;227;p38"/>
          <p:cNvSpPr txBox="1"/>
          <p:nvPr>
            <p:ph idx="1" type="subTitle"/>
          </p:nvPr>
        </p:nvSpPr>
        <p:spPr>
          <a:xfrm>
            <a:off x="1143000" y="2701529"/>
            <a:ext cx="6858000" cy="1241700"/>
          </a:xfrm>
          <a:prstGeom prst="rect">
            <a:avLst/>
          </a:prstGeom>
          <a:noFill/>
          <a:ln>
            <a:noFill/>
          </a:ln>
        </p:spPr>
        <p:txBody>
          <a:bodyPr anchorCtr="0" anchor="t" bIns="34275" lIns="67500" spcFirstLastPara="1" rIns="68575" wrap="square" tIns="34275">
            <a:normAutofit/>
          </a:bodyPr>
          <a:lstStyle>
            <a:lvl1pPr lvl="0" algn="l">
              <a:lnSpc>
                <a:spcPct val="90000"/>
              </a:lnSpc>
              <a:spcBef>
                <a:spcPts val="800"/>
              </a:spcBef>
              <a:spcAft>
                <a:spcPts val="0"/>
              </a:spcAft>
              <a:buClr>
                <a:srgbClr val="C8102E"/>
              </a:buClr>
              <a:buSzPts val="1800"/>
              <a:buNone/>
              <a:defRPr sz="1800">
                <a:solidFill>
                  <a:srgbClr val="C8102E"/>
                </a:solidFill>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pic>
        <p:nvPicPr>
          <p:cNvPr id="228" name="Google Shape;228;p38"/>
          <p:cNvPicPr preferRelativeResize="0"/>
          <p:nvPr/>
        </p:nvPicPr>
        <p:blipFill rotWithShape="1">
          <a:blip r:embed="rId2">
            <a:alphaModFix/>
          </a:blip>
          <a:srcRect b="0" l="0" r="0" t="0"/>
          <a:stretch/>
        </p:blipFill>
        <p:spPr>
          <a:xfrm>
            <a:off x="572644" y="4539569"/>
            <a:ext cx="570356" cy="238409"/>
          </a:xfrm>
          <a:prstGeom prst="rect">
            <a:avLst/>
          </a:prstGeom>
          <a:noFill/>
          <a:ln>
            <a:noFill/>
          </a:ln>
        </p:spPr>
      </p:pic>
      <p:sp>
        <p:nvSpPr>
          <p:cNvPr id="229" name="Google Shape;229;p38"/>
          <p:cNvSpPr txBox="1"/>
          <p:nvPr>
            <p:ph idx="2" type="body"/>
          </p:nvPr>
        </p:nvSpPr>
        <p:spPr>
          <a:xfrm>
            <a:off x="5594747" y="4777979"/>
            <a:ext cx="2406300" cy="273900"/>
          </a:xfrm>
          <a:prstGeom prst="rect">
            <a:avLst/>
          </a:prstGeom>
          <a:noFill/>
          <a:ln>
            <a:noFill/>
          </a:ln>
        </p:spPr>
        <p:txBody>
          <a:bodyPr anchorCtr="0" anchor="t" bIns="34275" lIns="67500" spcFirstLastPara="1" rIns="68575" wrap="square" tIns="34275">
            <a:normAutofit/>
          </a:bodyPr>
          <a:lstStyle>
            <a:lvl1pPr indent="-228600" lvl="0" marL="457200" algn="r">
              <a:lnSpc>
                <a:spcPct val="90000"/>
              </a:lnSpc>
              <a:spcBef>
                <a:spcPts val="800"/>
              </a:spcBef>
              <a:spcAft>
                <a:spcPts val="0"/>
              </a:spcAft>
              <a:buClr>
                <a:schemeClr val="dk1"/>
              </a:buClr>
              <a:buSzPts val="800"/>
              <a:buNone/>
              <a:defRPr b="0" i="0" sz="800">
                <a:latin typeface="Helvetica Neue"/>
                <a:ea typeface="Helvetica Neue"/>
                <a:cs typeface="Helvetica Neue"/>
                <a:sym typeface="Helvetica Neue"/>
              </a:defRPr>
            </a:lvl1pPr>
            <a:lvl2pPr indent="-228600" lvl="1" marL="914400" algn="l">
              <a:lnSpc>
                <a:spcPct val="90000"/>
              </a:lnSpc>
              <a:spcBef>
                <a:spcPts val="400"/>
              </a:spcBef>
              <a:spcAft>
                <a:spcPts val="0"/>
              </a:spcAft>
              <a:buClr>
                <a:schemeClr val="dk1"/>
              </a:buClr>
              <a:buSzPts val="700"/>
              <a:buNone/>
              <a:defRPr sz="700"/>
            </a:lvl2pPr>
            <a:lvl3pPr indent="-273050" lvl="2" marL="1371600" algn="l">
              <a:lnSpc>
                <a:spcPct val="90000"/>
              </a:lnSpc>
              <a:spcBef>
                <a:spcPts val="400"/>
              </a:spcBef>
              <a:spcAft>
                <a:spcPts val="0"/>
              </a:spcAft>
              <a:buClr>
                <a:schemeClr val="dk1"/>
              </a:buClr>
              <a:buSzPts val="700"/>
              <a:buChar char="•"/>
              <a:defRPr sz="700"/>
            </a:lvl3pPr>
            <a:lvl4pPr indent="-273050" lvl="3" marL="1828800" algn="l">
              <a:lnSpc>
                <a:spcPct val="90000"/>
              </a:lnSpc>
              <a:spcBef>
                <a:spcPts val="400"/>
              </a:spcBef>
              <a:spcAft>
                <a:spcPts val="0"/>
              </a:spcAft>
              <a:buClr>
                <a:schemeClr val="dk1"/>
              </a:buClr>
              <a:buSzPts val="700"/>
              <a:buChar char="•"/>
              <a:defRPr sz="700"/>
            </a:lvl4pPr>
            <a:lvl5pPr indent="-273050" lvl="4" marL="2286000" algn="l">
              <a:lnSpc>
                <a:spcPct val="90000"/>
              </a:lnSpc>
              <a:spcBef>
                <a:spcPts val="400"/>
              </a:spcBef>
              <a:spcAft>
                <a:spcPts val="0"/>
              </a:spcAft>
              <a:buClr>
                <a:schemeClr val="dk1"/>
              </a:buClr>
              <a:buSzPts val="700"/>
              <a:buChar char="•"/>
              <a:defRPr sz="7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0" name="Google Shape;230;p38"/>
          <p:cNvSpPr txBox="1"/>
          <p:nvPr>
            <p:ph idx="12" type="sldNum"/>
          </p:nvPr>
        </p:nvSpPr>
        <p:spPr>
          <a:xfrm>
            <a:off x="8045605" y="4777978"/>
            <a:ext cx="971700" cy="2739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no"/>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Kapittel">
  <p:cSld name="5_Kapittel">
    <p:bg>
      <p:bgPr>
        <a:solidFill>
          <a:srgbClr val="000000"/>
        </a:solidFill>
      </p:bgPr>
    </p:bg>
    <p:spTree>
      <p:nvGrpSpPr>
        <p:cNvPr id="231" name="Shape 231"/>
        <p:cNvGrpSpPr/>
        <p:nvPr/>
      </p:nvGrpSpPr>
      <p:grpSpPr>
        <a:xfrm>
          <a:off x="0" y="0"/>
          <a:ext cx="0" cy="0"/>
          <a:chOff x="0" y="0"/>
          <a:chExt cx="0" cy="0"/>
        </a:xfrm>
      </p:grpSpPr>
      <p:sp>
        <p:nvSpPr>
          <p:cNvPr id="232" name="Google Shape;232;p39"/>
          <p:cNvSpPr/>
          <p:nvPr/>
        </p:nvSpPr>
        <p:spPr>
          <a:xfrm>
            <a:off x="0" y="0"/>
            <a:ext cx="9144000" cy="5143500"/>
          </a:xfrm>
          <a:custGeom>
            <a:rect b="b" l="l" r="r" t="t"/>
            <a:pathLst>
              <a:path extrusionOk="0" h="6858000" w="12192000">
                <a:moveTo>
                  <a:pt x="789493" y="0"/>
                </a:moveTo>
                <a:lnTo>
                  <a:pt x="11402507" y="0"/>
                </a:lnTo>
                <a:lnTo>
                  <a:pt x="11402511" y="0"/>
                </a:lnTo>
                <a:lnTo>
                  <a:pt x="12192000" y="0"/>
                </a:lnTo>
                <a:lnTo>
                  <a:pt x="12192000" y="789493"/>
                </a:lnTo>
                <a:lnTo>
                  <a:pt x="12192000" y="816864"/>
                </a:lnTo>
                <a:lnTo>
                  <a:pt x="12192000" y="6041136"/>
                </a:lnTo>
                <a:lnTo>
                  <a:pt x="12192000" y="6068507"/>
                </a:lnTo>
                <a:lnTo>
                  <a:pt x="12192000" y="6858000"/>
                </a:lnTo>
                <a:lnTo>
                  <a:pt x="11402507" y="6858000"/>
                </a:lnTo>
                <a:lnTo>
                  <a:pt x="11387328" y="6858000"/>
                </a:lnTo>
                <a:lnTo>
                  <a:pt x="789493" y="6858000"/>
                </a:lnTo>
                <a:cubicBezTo>
                  <a:pt x="353468" y="6858000"/>
                  <a:pt x="0" y="6504532"/>
                  <a:pt x="0" y="6068507"/>
                </a:cubicBezTo>
                <a:lnTo>
                  <a:pt x="0" y="789493"/>
                </a:lnTo>
                <a:lnTo>
                  <a:pt x="0" y="789491"/>
                </a:lnTo>
                <a:lnTo>
                  <a:pt x="0" y="0"/>
                </a:lnTo>
                <a:lnTo>
                  <a:pt x="789491" y="0"/>
                </a:lnTo>
                <a:close/>
              </a:path>
            </a:pathLst>
          </a:custGeom>
          <a:solidFill>
            <a:srgbClr val="5B121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33" name="Google Shape;233;p39"/>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accent6"/>
              </a:buClr>
              <a:buSzPts val="4500"/>
              <a:buFont typeface="Arial"/>
              <a:buNone/>
              <a:defRPr sz="45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34" name="Google Shape;234;p39"/>
          <p:cNvSpPr txBox="1"/>
          <p:nvPr>
            <p:ph idx="1" type="subTitle"/>
          </p:nvPr>
        </p:nvSpPr>
        <p:spPr>
          <a:xfrm>
            <a:off x="1143000" y="2701529"/>
            <a:ext cx="6858000" cy="1241700"/>
          </a:xfrm>
          <a:prstGeom prst="rect">
            <a:avLst/>
          </a:prstGeom>
          <a:noFill/>
          <a:ln>
            <a:noFill/>
          </a:ln>
        </p:spPr>
        <p:txBody>
          <a:bodyPr anchorCtr="0" anchor="t" bIns="34275" lIns="67500" spcFirstLastPara="1" rIns="68575" wrap="square" tIns="34275">
            <a:normAutofit/>
          </a:bodyPr>
          <a:lstStyle>
            <a:lvl1pPr lvl="0" algn="l">
              <a:lnSpc>
                <a:spcPct val="90000"/>
              </a:lnSpc>
              <a:spcBef>
                <a:spcPts val="800"/>
              </a:spcBef>
              <a:spcAft>
                <a:spcPts val="0"/>
              </a:spcAft>
              <a:buClr>
                <a:schemeClr val="accent6"/>
              </a:buClr>
              <a:buSzPts val="1800"/>
              <a:buNone/>
              <a:defRPr sz="1800">
                <a:solidFill>
                  <a:schemeClr val="accent6"/>
                </a:solidFill>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235" name="Google Shape;235;p39"/>
          <p:cNvSpPr txBox="1"/>
          <p:nvPr>
            <p:ph idx="2" type="body"/>
          </p:nvPr>
        </p:nvSpPr>
        <p:spPr>
          <a:xfrm>
            <a:off x="5594747" y="4777979"/>
            <a:ext cx="2406300" cy="273900"/>
          </a:xfrm>
          <a:prstGeom prst="rect">
            <a:avLst/>
          </a:prstGeom>
          <a:noFill/>
          <a:ln>
            <a:noFill/>
          </a:ln>
        </p:spPr>
        <p:txBody>
          <a:bodyPr anchorCtr="0" anchor="t" bIns="34275" lIns="67500" spcFirstLastPara="1" rIns="68575" wrap="square" tIns="34275">
            <a:normAutofit/>
          </a:bodyPr>
          <a:lstStyle>
            <a:lvl1pPr indent="-228600" lvl="0" marL="457200" algn="r">
              <a:lnSpc>
                <a:spcPct val="90000"/>
              </a:lnSpc>
              <a:spcBef>
                <a:spcPts val="800"/>
              </a:spcBef>
              <a:spcAft>
                <a:spcPts val="0"/>
              </a:spcAft>
              <a:buClr>
                <a:schemeClr val="accent6"/>
              </a:buClr>
              <a:buSzPts val="800"/>
              <a:buNone/>
              <a:defRPr b="0" i="0" sz="800">
                <a:solidFill>
                  <a:schemeClr val="accent6"/>
                </a:solidFill>
                <a:latin typeface="Helvetica Neue"/>
                <a:ea typeface="Helvetica Neue"/>
                <a:cs typeface="Helvetica Neue"/>
                <a:sym typeface="Helvetica Neue"/>
              </a:defRPr>
            </a:lvl1pPr>
            <a:lvl2pPr indent="-228600" lvl="1" marL="914400" algn="l">
              <a:lnSpc>
                <a:spcPct val="90000"/>
              </a:lnSpc>
              <a:spcBef>
                <a:spcPts val="400"/>
              </a:spcBef>
              <a:spcAft>
                <a:spcPts val="0"/>
              </a:spcAft>
              <a:buClr>
                <a:schemeClr val="dk1"/>
              </a:buClr>
              <a:buSzPts val="700"/>
              <a:buNone/>
              <a:defRPr sz="700"/>
            </a:lvl2pPr>
            <a:lvl3pPr indent="-273050" lvl="2" marL="1371600" algn="l">
              <a:lnSpc>
                <a:spcPct val="90000"/>
              </a:lnSpc>
              <a:spcBef>
                <a:spcPts val="400"/>
              </a:spcBef>
              <a:spcAft>
                <a:spcPts val="0"/>
              </a:spcAft>
              <a:buClr>
                <a:schemeClr val="dk1"/>
              </a:buClr>
              <a:buSzPts val="700"/>
              <a:buChar char="•"/>
              <a:defRPr sz="700"/>
            </a:lvl3pPr>
            <a:lvl4pPr indent="-273050" lvl="3" marL="1828800" algn="l">
              <a:lnSpc>
                <a:spcPct val="90000"/>
              </a:lnSpc>
              <a:spcBef>
                <a:spcPts val="400"/>
              </a:spcBef>
              <a:spcAft>
                <a:spcPts val="0"/>
              </a:spcAft>
              <a:buClr>
                <a:schemeClr val="dk1"/>
              </a:buClr>
              <a:buSzPts val="700"/>
              <a:buChar char="•"/>
              <a:defRPr sz="700"/>
            </a:lvl4pPr>
            <a:lvl5pPr indent="-273050" lvl="4" marL="2286000" algn="l">
              <a:lnSpc>
                <a:spcPct val="90000"/>
              </a:lnSpc>
              <a:spcBef>
                <a:spcPts val="400"/>
              </a:spcBef>
              <a:spcAft>
                <a:spcPts val="0"/>
              </a:spcAft>
              <a:buClr>
                <a:schemeClr val="dk1"/>
              </a:buClr>
              <a:buSzPts val="700"/>
              <a:buChar char="•"/>
              <a:defRPr sz="7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6" name="Google Shape;236;p39"/>
          <p:cNvSpPr txBox="1"/>
          <p:nvPr>
            <p:ph idx="12" type="sldNum"/>
          </p:nvPr>
        </p:nvSpPr>
        <p:spPr>
          <a:xfrm>
            <a:off x="8045605" y="4777978"/>
            <a:ext cx="971700" cy="2739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b="0" i="0" sz="900" u="none" cap="none" strike="noStrike">
                <a:solidFill>
                  <a:schemeClr val="accent6"/>
                </a:solidFill>
                <a:latin typeface="Calibri"/>
                <a:ea typeface="Calibri"/>
                <a:cs typeface="Calibri"/>
                <a:sym typeface="Calibri"/>
              </a:defRPr>
            </a:lvl1pPr>
            <a:lvl2pPr indent="0" lvl="1" marL="0" algn="r">
              <a:spcBef>
                <a:spcPts val="0"/>
              </a:spcBef>
              <a:buNone/>
              <a:defRPr b="0" i="0" sz="900" u="none" cap="none" strike="noStrike">
                <a:solidFill>
                  <a:schemeClr val="accent6"/>
                </a:solidFill>
                <a:latin typeface="Calibri"/>
                <a:ea typeface="Calibri"/>
                <a:cs typeface="Calibri"/>
                <a:sym typeface="Calibri"/>
              </a:defRPr>
            </a:lvl2pPr>
            <a:lvl3pPr indent="0" lvl="2" marL="0" algn="r">
              <a:spcBef>
                <a:spcPts val="0"/>
              </a:spcBef>
              <a:buNone/>
              <a:defRPr b="0" i="0" sz="900" u="none" cap="none" strike="noStrike">
                <a:solidFill>
                  <a:schemeClr val="accent6"/>
                </a:solidFill>
                <a:latin typeface="Calibri"/>
                <a:ea typeface="Calibri"/>
                <a:cs typeface="Calibri"/>
                <a:sym typeface="Calibri"/>
              </a:defRPr>
            </a:lvl3pPr>
            <a:lvl4pPr indent="0" lvl="3" marL="0" algn="r">
              <a:spcBef>
                <a:spcPts val="0"/>
              </a:spcBef>
              <a:buNone/>
              <a:defRPr b="0" i="0" sz="900" u="none" cap="none" strike="noStrike">
                <a:solidFill>
                  <a:schemeClr val="accent6"/>
                </a:solidFill>
                <a:latin typeface="Calibri"/>
                <a:ea typeface="Calibri"/>
                <a:cs typeface="Calibri"/>
                <a:sym typeface="Calibri"/>
              </a:defRPr>
            </a:lvl4pPr>
            <a:lvl5pPr indent="0" lvl="4" marL="0" algn="r">
              <a:spcBef>
                <a:spcPts val="0"/>
              </a:spcBef>
              <a:buNone/>
              <a:defRPr b="0" i="0" sz="900" u="none" cap="none" strike="noStrike">
                <a:solidFill>
                  <a:schemeClr val="accent6"/>
                </a:solidFill>
                <a:latin typeface="Calibri"/>
                <a:ea typeface="Calibri"/>
                <a:cs typeface="Calibri"/>
                <a:sym typeface="Calibri"/>
              </a:defRPr>
            </a:lvl5pPr>
            <a:lvl6pPr indent="0" lvl="5" marL="0" algn="r">
              <a:spcBef>
                <a:spcPts val="0"/>
              </a:spcBef>
              <a:buNone/>
              <a:defRPr b="0" i="0" sz="900" u="none" cap="none" strike="noStrike">
                <a:solidFill>
                  <a:schemeClr val="accent6"/>
                </a:solidFill>
                <a:latin typeface="Calibri"/>
                <a:ea typeface="Calibri"/>
                <a:cs typeface="Calibri"/>
                <a:sym typeface="Calibri"/>
              </a:defRPr>
            </a:lvl6pPr>
            <a:lvl7pPr indent="0" lvl="6" marL="0" algn="r">
              <a:spcBef>
                <a:spcPts val="0"/>
              </a:spcBef>
              <a:buNone/>
              <a:defRPr b="0" i="0" sz="900" u="none" cap="none" strike="noStrike">
                <a:solidFill>
                  <a:schemeClr val="accent6"/>
                </a:solidFill>
                <a:latin typeface="Calibri"/>
                <a:ea typeface="Calibri"/>
                <a:cs typeface="Calibri"/>
                <a:sym typeface="Calibri"/>
              </a:defRPr>
            </a:lvl7pPr>
            <a:lvl8pPr indent="0" lvl="7" marL="0" algn="r">
              <a:spcBef>
                <a:spcPts val="0"/>
              </a:spcBef>
              <a:buNone/>
              <a:defRPr b="0" i="0" sz="900" u="none" cap="none" strike="noStrike">
                <a:solidFill>
                  <a:schemeClr val="accent6"/>
                </a:solidFill>
                <a:latin typeface="Calibri"/>
                <a:ea typeface="Calibri"/>
                <a:cs typeface="Calibri"/>
                <a:sym typeface="Calibri"/>
              </a:defRPr>
            </a:lvl8pPr>
            <a:lvl9pPr indent="0" lvl="8" marL="0" algn="r">
              <a:spcBef>
                <a:spcPts val="0"/>
              </a:spcBef>
              <a:buNone/>
              <a:defRPr b="0" i="0" sz="900" u="none" cap="none" strike="noStrike">
                <a:solidFill>
                  <a:schemeClr val="accent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no"/>
              <a:t>‹#›</a:t>
            </a:fld>
            <a:endParaRPr/>
          </a:p>
        </p:txBody>
      </p:sp>
      <p:pic>
        <p:nvPicPr>
          <p:cNvPr id="237" name="Google Shape;237;p39"/>
          <p:cNvPicPr preferRelativeResize="0"/>
          <p:nvPr/>
        </p:nvPicPr>
        <p:blipFill rotWithShape="1">
          <a:blip r:embed="rId2">
            <a:alphaModFix/>
          </a:blip>
          <a:srcRect b="0" l="0" r="0" t="0"/>
          <a:stretch/>
        </p:blipFill>
        <p:spPr>
          <a:xfrm>
            <a:off x="576352" y="4539569"/>
            <a:ext cx="520166" cy="216736"/>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Kapittel">
  <p:cSld name="1_Kapittel">
    <p:bg>
      <p:bgPr>
        <a:solidFill>
          <a:srgbClr val="000000"/>
        </a:solidFill>
      </p:bgPr>
    </p:bg>
    <p:spTree>
      <p:nvGrpSpPr>
        <p:cNvPr id="238" name="Shape 238"/>
        <p:cNvGrpSpPr/>
        <p:nvPr/>
      </p:nvGrpSpPr>
      <p:grpSpPr>
        <a:xfrm>
          <a:off x="0" y="0"/>
          <a:ext cx="0" cy="0"/>
          <a:chOff x="0" y="0"/>
          <a:chExt cx="0" cy="0"/>
        </a:xfrm>
      </p:grpSpPr>
      <p:sp>
        <p:nvSpPr>
          <p:cNvPr id="239" name="Google Shape;239;p40"/>
          <p:cNvSpPr/>
          <p:nvPr/>
        </p:nvSpPr>
        <p:spPr>
          <a:xfrm>
            <a:off x="0" y="0"/>
            <a:ext cx="9144000" cy="5143500"/>
          </a:xfrm>
          <a:custGeom>
            <a:rect b="b" l="l" r="r" t="t"/>
            <a:pathLst>
              <a:path extrusionOk="0" h="6858000" w="12192000">
                <a:moveTo>
                  <a:pt x="789493" y="0"/>
                </a:moveTo>
                <a:lnTo>
                  <a:pt x="11402507" y="0"/>
                </a:lnTo>
                <a:lnTo>
                  <a:pt x="11402511" y="0"/>
                </a:lnTo>
                <a:lnTo>
                  <a:pt x="12192000" y="0"/>
                </a:lnTo>
                <a:lnTo>
                  <a:pt x="12192000" y="789493"/>
                </a:lnTo>
                <a:lnTo>
                  <a:pt x="12192000" y="816864"/>
                </a:lnTo>
                <a:lnTo>
                  <a:pt x="12192000" y="6041136"/>
                </a:lnTo>
                <a:lnTo>
                  <a:pt x="12192000" y="6068507"/>
                </a:lnTo>
                <a:lnTo>
                  <a:pt x="12192000" y="6858000"/>
                </a:lnTo>
                <a:lnTo>
                  <a:pt x="11402507" y="6858000"/>
                </a:lnTo>
                <a:lnTo>
                  <a:pt x="11387328" y="6858000"/>
                </a:lnTo>
                <a:lnTo>
                  <a:pt x="789493" y="6858000"/>
                </a:lnTo>
                <a:cubicBezTo>
                  <a:pt x="353468" y="6858000"/>
                  <a:pt x="0" y="6504532"/>
                  <a:pt x="0" y="6068507"/>
                </a:cubicBezTo>
                <a:lnTo>
                  <a:pt x="0" y="789493"/>
                </a:lnTo>
                <a:lnTo>
                  <a:pt x="0" y="789491"/>
                </a:lnTo>
                <a:lnTo>
                  <a:pt x="0" y="0"/>
                </a:lnTo>
                <a:lnTo>
                  <a:pt x="789491" y="0"/>
                </a:lnTo>
                <a:close/>
              </a:path>
            </a:pathLst>
          </a:custGeom>
          <a:solidFill>
            <a:srgbClr val="C8102E"/>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40" name="Google Shape;240;p4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lt1"/>
              </a:buClr>
              <a:buSzPts val="4500"/>
              <a:buFont typeface="Arial"/>
              <a:buNone/>
              <a:defRPr sz="45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41" name="Google Shape;241;p40"/>
          <p:cNvSpPr txBox="1"/>
          <p:nvPr>
            <p:ph idx="1" type="subTitle"/>
          </p:nvPr>
        </p:nvSpPr>
        <p:spPr>
          <a:xfrm>
            <a:off x="1143000" y="2701529"/>
            <a:ext cx="6858000" cy="1241700"/>
          </a:xfrm>
          <a:prstGeom prst="rect">
            <a:avLst/>
          </a:prstGeom>
          <a:noFill/>
          <a:ln>
            <a:noFill/>
          </a:ln>
        </p:spPr>
        <p:txBody>
          <a:bodyPr anchorCtr="0" anchor="t" bIns="34275" lIns="67500" spcFirstLastPara="1" rIns="68575" wrap="square" tIns="34275">
            <a:normAutofit/>
          </a:bodyPr>
          <a:lstStyle>
            <a:lvl1pPr lvl="0" algn="l">
              <a:lnSpc>
                <a:spcPct val="90000"/>
              </a:lnSpc>
              <a:spcBef>
                <a:spcPts val="800"/>
              </a:spcBef>
              <a:spcAft>
                <a:spcPts val="0"/>
              </a:spcAft>
              <a:buClr>
                <a:schemeClr val="lt1"/>
              </a:buClr>
              <a:buSzPts val="1800"/>
              <a:buNone/>
              <a:defRPr sz="1800">
                <a:solidFill>
                  <a:schemeClr val="lt1"/>
                </a:solidFill>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242" name="Google Shape;242;p40"/>
          <p:cNvSpPr txBox="1"/>
          <p:nvPr>
            <p:ph idx="2" type="body"/>
          </p:nvPr>
        </p:nvSpPr>
        <p:spPr>
          <a:xfrm>
            <a:off x="5594747" y="4777979"/>
            <a:ext cx="2406300" cy="273900"/>
          </a:xfrm>
          <a:prstGeom prst="rect">
            <a:avLst/>
          </a:prstGeom>
          <a:noFill/>
          <a:ln>
            <a:noFill/>
          </a:ln>
        </p:spPr>
        <p:txBody>
          <a:bodyPr anchorCtr="0" anchor="t" bIns="34275" lIns="67500" spcFirstLastPara="1" rIns="68575" wrap="square" tIns="34275">
            <a:normAutofit/>
          </a:bodyPr>
          <a:lstStyle>
            <a:lvl1pPr indent="-228600" lvl="0" marL="457200" algn="r">
              <a:lnSpc>
                <a:spcPct val="90000"/>
              </a:lnSpc>
              <a:spcBef>
                <a:spcPts val="800"/>
              </a:spcBef>
              <a:spcAft>
                <a:spcPts val="0"/>
              </a:spcAft>
              <a:buClr>
                <a:schemeClr val="lt1"/>
              </a:buClr>
              <a:buSzPts val="800"/>
              <a:buNone/>
              <a:defRPr b="0" i="0" sz="800">
                <a:solidFill>
                  <a:schemeClr val="lt1"/>
                </a:solidFill>
                <a:latin typeface="Helvetica Neue"/>
                <a:ea typeface="Helvetica Neue"/>
                <a:cs typeface="Helvetica Neue"/>
                <a:sym typeface="Helvetica Neue"/>
              </a:defRPr>
            </a:lvl1pPr>
            <a:lvl2pPr indent="-228600" lvl="1" marL="914400" algn="l">
              <a:lnSpc>
                <a:spcPct val="90000"/>
              </a:lnSpc>
              <a:spcBef>
                <a:spcPts val="400"/>
              </a:spcBef>
              <a:spcAft>
                <a:spcPts val="0"/>
              </a:spcAft>
              <a:buClr>
                <a:schemeClr val="dk1"/>
              </a:buClr>
              <a:buSzPts val="700"/>
              <a:buNone/>
              <a:defRPr sz="700"/>
            </a:lvl2pPr>
            <a:lvl3pPr indent="-273050" lvl="2" marL="1371600" algn="l">
              <a:lnSpc>
                <a:spcPct val="90000"/>
              </a:lnSpc>
              <a:spcBef>
                <a:spcPts val="400"/>
              </a:spcBef>
              <a:spcAft>
                <a:spcPts val="0"/>
              </a:spcAft>
              <a:buClr>
                <a:schemeClr val="dk1"/>
              </a:buClr>
              <a:buSzPts val="700"/>
              <a:buChar char="•"/>
              <a:defRPr sz="700"/>
            </a:lvl3pPr>
            <a:lvl4pPr indent="-273050" lvl="3" marL="1828800" algn="l">
              <a:lnSpc>
                <a:spcPct val="90000"/>
              </a:lnSpc>
              <a:spcBef>
                <a:spcPts val="400"/>
              </a:spcBef>
              <a:spcAft>
                <a:spcPts val="0"/>
              </a:spcAft>
              <a:buClr>
                <a:schemeClr val="dk1"/>
              </a:buClr>
              <a:buSzPts val="700"/>
              <a:buChar char="•"/>
              <a:defRPr sz="700"/>
            </a:lvl4pPr>
            <a:lvl5pPr indent="-273050" lvl="4" marL="2286000" algn="l">
              <a:lnSpc>
                <a:spcPct val="90000"/>
              </a:lnSpc>
              <a:spcBef>
                <a:spcPts val="400"/>
              </a:spcBef>
              <a:spcAft>
                <a:spcPts val="0"/>
              </a:spcAft>
              <a:buClr>
                <a:schemeClr val="dk1"/>
              </a:buClr>
              <a:buSzPts val="700"/>
              <a:buChar char="•"/>
              <a:defRPr sz="7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43" name="Google Shape;243;p40"/>
          <p:cNvSpPr txBox="1"/>
          <p:nvPr>
            <p:ph idx="12" type="sldNum"/>
          </p:nvPr>
        </p:nvSpPr>
        <p:spPr>
          <a:xfrm>
            <a:off x="8045605" y="4777978"/>
            <a:ext cx="971700" cy="2739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b="0" i="0" sz="900" u="none" cap="none" strike="noStrike">
                <a:solidFill>
                  <a:schemeClr val="lt2"/>
                </a:solidFill>
                <a:latin typeface="Calibri"/>
                <a:ea typeface="Calibri"/>
                <a:cs typeface="Calibri"/>
                <a:sym typeface="Calibri"/>
              </a:defRPr>
            </a:lvl1pPr>
            <a:lvl2pPr indent="0" lvl="1" marL="0" algn="r">
              <a:spcBef>
                <a:spcPts val="0"/>
              </a:spcBef>
              <a:buNone/>
              <a:defRPr b="0" i="0" sz="900" u="none" cap="none" strike="noStrike">
                <a:solidFill>
                  <a:schemeClr val="lt2"/>
                </a:solidFill>
                <a:latin typeface="Calibri"/>
                <a:ea typeface="Calibri"/>
                <a:cs typeface="Calibri"/>
                <a:sym typeface="Calibri"/>
              </a:defRPr>
            </a:lvl2pPr>
            <a:lvl3pPr indent="0" lvl="2" marL="0" algn="r">
              <a:spcBef>
                <a:spcPts val="0"/>
              </a:spcBef>
              <a:buNone/>
              <a:defRPr b="0" i="0" sz="900" u="none" cap="none" strike="noStrike">
                <a:solidFill>
                  <a:schemeClr val="lt2"/>
                </a:solidFill>
                <a:latin typeface="Calibri"/>
                <a:ea typeface="Calibri"/>
                <a:cs typeface="Calibri"/>
                <a:sym typeface="Calibri"/>
              </a:defRPr>
            </a:lvl3pPr>
            <a:lvl4pPr indent="0" lvl="3" marL="0" algn="r">
              <a:spcBef>
                <a:spcPts val="0"/>
              </a:spcBef>
              <a:buNone/>
              <a:defRPr b="0" i="0" sz="900" u="none" cap="none" strike="noStrike">
                <a:solidFill>
                  <a:schemeClr val="lt2"/>
                </a:solidFill>
                <a:latin typeface="Calibri"/>
                <a:ea typeface="Calibri"/>
                <a:cs typeface="Calibri"/>
                <a:sym typeface="Calibri"/>
              </a:defRPr>
            </a:lvl4pPr>
            <a:lvl5pPr indent="0" lvl="4" marL="0" algn="r">
              <a:spcBef>
                <a:spcPts val="0"/>
              </a:spcBef>
              <a:buNone/>
              <a:defRPr b="0" i="0" sz="900" u="none" cap="none" strike="noStrike">
                <a:solidFill>
                  <a:schemeClr val="lt2"/>
                </a:solidFill>
                <a:latin typeface="Calibri"/>
                <a:ea typeface="Calibri"/>
                <a:cs typeface="Calibri"/>
                <a:sym typeface="Calibri"/>
              </a:defRPr>
            </a:lvl5pPr>
            <a:lvl6pPr indent="0" lvl="5" marL="0" algn="r">
              <a:spcBef>
                <a:spcPts val="0"/>
              </a:spcBef>
              <a:buNone/>
              <a:defRPr b="0" i="0" sz="900" u="none" cap="none" strike="noStrike">
                <a:solidFill>
                  <a:schemeClr val="lt2"/>
                </a:solidFill>
                <a:latin typeface="Calibri"/>
                <a:ea typeface="Calibri"/>
                <a:cs typeface="Calibri"/>
                <a:sym typeface="Calibri"/>
              </a:defRPr>
            </a:lvl6pPr>
            <a:lvl7pPr indent="0" lvl="6" marL="0" algn="r">
              <a:spcBef>
                <a:spcPts val="0"/>
              </a:spcBef>
              <a:buNone/>
              <a:defRPr b="0" i="0" sz="900" u="none" cap="none" strike="noStrike">
                <a:solidFill>
                  <a:schemeClr val="lt2"/>
                </a:solidFill>
                <a:latin typeface="Calibri"/>
                <a:ea typeface="Calibri"/>
                <a:cs typeface="Calibri"/>
                <a:sym typeface="Calibri"/>
              </a:defRPr>
            </a:lvl7pPr>
            <a:lvl8pPr indent="0" lvl="7" marL="0" algn="r">
              <a:spcBef>
                <a:spcPts val="0"/>
              </a:spcBef>
              <a:buNone/>
              <a:defRPr b="0" i="0" sz="900" u="none" cap="none" strike="noStrike">
                <a:solidFill>
                  <a:schemeClr val="lt2"/>
                </a:solidFill>
                <a:latin typeface="Calibri"/>
                <a:ea typeface="Calibri"/>
                <a:cs typeface="Calibri"/>
                <a:sym typeface="Calibri"/>
              </a:defRPr>
            </a:lvl8pPr>
            <a:lvl9pPr indent="0" lvl="8" marL="0" algn="r">
              <a:spcBef>
                <a:spcPts val="0"/>
              </a:spcBef>
              <a:buNone/>
              <a:defRPr b="0" i="0" sz="900" u="none" cap="none" strike="noStrike">
                <a:solidFill>
                  <a:schemeClr val="lt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no"/>
              <a:t>‹#›</a:t>
            </a:fld>
            <a:endParaRPr/>
          </a:p>
        </p:txBody>
      </p:sp>
      <p:pic>
        <p:nvPicPr>
          <p:cNvPr id="244" name="Google Shape;244;p40"/>
          <p:cNvPicPr preferRelativeResize="0"/>
          <p:nvPr/>
        </p:nvPicPr>
        <p:blipFill rotWithShape="1">
          <a:blip r:embed="rId2">
            <a:alphaModFix/>
          </a:blip>
          <a:srcRect b="0" l="0" r="0" t="0"/>
          <a:stretch/>
        </p:blipFill>
        <p:spPr>
          <a:xfrm>
            <a:off x="572644" y="4537719"/>
            <a:ext cx="571526" cy="238136"/>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omt">
  <p:cSld name="2_Tomt">
    <p:bg>
      <p:bgPr>
        <a:solidFill>
          <a:srgbClr val="F8EDDD"/>
        </a:solidFill>
      </p:bgPr>
    </p:bg>
    <p:spTree>
      <p:nvGrpSpPr>
        <p:cNvPr id="245" name="Shape 245"/>
        <p:cNvGrpSpPr/>
        <p:nvPr/>
      </p:nvGrpSpPr>
      <p:grpSpPr>
        <a:xfrm>
          <a:off x="0" y="0"/>
          <a:ext cx="0" cy="0"/>
          <a:chOff x="0" y="0"/>
          <a:chExt cx="0" cy="0"/>
        </a:xfrm>
      </p:grpSpPr>
      <p:sp>
        <p:nvSpPr>
          <p:cNvPr id="246" name="Google Shape;246;p41"/>
          <p:cNvSpPr txBox="1"/>
          <p:nvPr>
            <p:ph type="title"/>
          </p:nvPr>
        </p:nvSpPr>
        <p:spPr>
          <a:xfrm>
            <a:off x="434550" y="-405662"/>
            <a:ext cx="8274900" cy="405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C8102E"/>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47" name="Google Shape;247;p41"/>
          <p:cNvSpPr txBox="1"/>
          <p:nvPr>
            <p:ph idx="1" type="body"/>
          </p:nvPr>
        </p:nvSpPr>
        <p:spPr>
          <a:xfrm>
            <a:off x="5518298" y="4777979"/>
            <a:ext cx="2406300" cy="273900"/>
          </a:xfrm>
          <a:prstGeom prst="rect">
            <a:avLst/>
          </a:prstGeom>
          <a:noFill/>
          <a:ln>
            <a:noFill/>
          </a:ln>
        </p:spPr>
        <p:txBody>
          <a:bodyPr anchorCtr="0" anchor="t" bIns="34275" lIns="67500" spcFirstLastPara="1" rIns="68575" wrap="square" tIns="34275">
            <a:normAutofit/>
          </a:bodyPr>
          <a:lstStyle>
            <a:lvl1pPr indent="-228600" lvl="0" marL="457200" algn="r">
              <a:lnSpc>
                <a:spcPct val="90000"/>
              </a:lnSpc>
              <a:spcBef>
                <a:spcPts val="800"/>
              </a:spcBef>
              <a:spcAft>
                <a:spcPts val="0"/>
              </a:spcAft>
              <a:buClr>
                <a:schemeClr val="dk1"/>
              </a:buClr>
              <a:buSzPts val="800"/>
              <a:buNone/>
              <a:defRPr b="0" i="0" sz="800">
                <a:latin typeface="Helvetica Neue"/>
                <a:ea typeface="Helvetica Neue"/>
                <a:cs typeface="Helvetica Neue"/>
                <a:sym typeface="Helvetica Neue"/>
              </a:defRPr>
            </a:lvl1pPr>
            <a:lvl2pPr indent="-228600" lvl="1" marL="914400" algn="l">
              <a:lnSpc>
                <a:spcPct val="90000"/>
              </a:lnSpc>
              <a:spcBef>
                <a:spcPts val="400"/>
              </a:spcBef>
              <a:spcAft>
                <a:spcPts val="0"/>
              </a:spcAft>
              <a:buClr>
                <a:schemeClr val="dk1"/>
              </a:buClr>
              <a:buSzPts val="700"/>
              <a:buNone/>
              <a:defRPr sz="700"/>
            </a:lvl2pPr>
            <a:lvl3pPr indent="-273050" lvl="2" marL="1371600" algn="l">
              <a:lnSpc>
                <a:spcPct val="90000"/>
              </a:lnSpc>
              <a:spcBef>
                <a:spcPts val="400"/>
              </a:spcBef>
              <a:spcAft>
                <a:spcPts val="0"/>
              </a:spcAft>
              <a:buClr>
                <a:schemeClr val="dk1"/>
              </a:buClr>
              <a:buSzPts val="700"/>
              <a:buChar char="•"/>
              <a:defRPr sz="700"/>
            </a:lvl3pPr>
            <a:lvl4pPr indent="-273050" lvl="3" marL="1828800" algn="l">
              <a:lnSpc>
                <a:spcPct val="90000"/>
              </a:lnSpc>
              <a:spcBef>
                <a:spcPts val="400"/>
              </a:spcBef>
              <a:spcAft>
                <a:spcPts val="0"/>
              </a:spcAft>
              <a:buClr>
                <a:schemeClr val="dk1"/>
              </a:buClr>
              <a:buSzPts val="700"/>
              <a:buChar char="•"/>
              <a:defRPr sz="700"/>
            </a:lvl4pPr>
            <a:lvl5pPr indent="-273050" lvl="4" marL="2286000" algn="l">
              <a:lnSpc>
                <a:spcPct val="90000"/>
              </a:lnSpc>
              <a:spcBef>
                <a:spcPts val="400"/>
              </a:spcBef>
              <a:spcAft>
                <a:spcPts val="0"/>
              </a:spcAft>
              <a:buClr>
                <a:schemeClr val="dk1"/>
              </a:buClr>
              <a:buSzPts val="700"/>
              <a:buChar char="•"/>
              <a:defRPr sz="7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48" name="Google Shape;248;p41"/>
          <p:cNvSpPr txBox="1"/>
          <p:nvPr>
            <p:ph idx="12" type="sldNum"/>
          </p:nvPr>
        </p:nvSpPr>
        <p:spPr>
          <a:xfrm>
            <a:off x="8045605" y="4777978"/>
            <a:ext cx="971700" cy="2739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no"/>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49" name="Shape 249"/>
        <p:cNvGrpSpPr/>
        <p:nvPr/>
      </p:nvGrpSpPr>
      <p:grpSpPr>
        <a:xfrm>
          <a:off x="0" y="0"/>
          <a:ext cx="0" cy="0"/>
          <a:chOff x="0" y="0"/>
          <a:chExt cx="0" cy="0"/>
        </a:xfrm>
      </p:grpSpPr>
      <p:grpSp>
        <p:nvGrpSpPr>
          <p:cNvPr id="250" name="Google Shape;250;p42"/>
          <p:cNvGrpSpPr/>
          <p:nvPr/>
        </p:nvGrpSpPr>
        <p:grpSpPr>
          <a:xfrm>
            <a:off x="4350279" y="2855377"/>
            <a:ext cx="443589" cy="105632"/>
            <a:chOff x="4137525" y="2915950"/>
            <a:chExt cx="869100" cy="207000"/>
          </a:xfrm>
        </p:grpSpPr>
        <p:sp>
          <p:nvSpPr>
            <p:cNvPr id="251" name="Google Shape;251;p4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4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4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4" name="Google Shape;254;p42"/>
          <p:cNvSpPr txBox="1"/>
          <p:nvPr>
            <p:ph type="ctrTitle"/>
          </p:nvPr>
        </p:nvSpPr>
        <p:spPr>
          <a:xfrm>
            <a:off x="671258" y="990800"/>
            <a:ext cx="7801500" cy="1730100"/>
          </a:xfrm>
          <a:prstGeom prst="rect">
            <a:avLst/>
          </a:prstGeom>
        </p:spPr>
        <p:txBody>
          <a:bodyPr anchorCtr="0" anchor="b" bIns="34275" lIns="68575" spcFirstLastPara="1" rIns="68575" wrap="square" tIns="3427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255" name="Google Shape;255;p42"/>
          <p:cNvSpPr txBox="1"/>
          <p:nvPr>
            <p:ph idx="1" type="subTitle"/>
          </p:nvPr>
        </p:nvSpPr>
        <p:spPr>
          <a:xfrm>
            <a:off x="671250" y="3174876"/>
            <a:ext cx="7801500" cy="792600"/>
          </a:xfrm>
          <a:prstGeom prst="rect">
            <a:avLst/>
          </a:prstGeom>
        </p:spPr>
        <p:txBody>
          <a:bodyPr anchorCtr="0" anchor="t" bIns="34275" lIns="67500" spcFirstLastPara="1" rIns="68575" wrap="square" tIns="34275">
            <a:normAutofit/>
          </a:bodyPr>
          <a:lstStyle>
            <a:lvl1pPr lvl="0" algn="ctr">
              <a:lnSpc>
                <a:spcPct val="100000"/>
              </a:lnSpc>
              <a:spcBef>
                <a:spcPts val="800"/>
              </a:spcBef>
              <a:spcAft>
                <a:spcPts val="0"/>
              </a:spcAft>
              <a:buSzPts val="2100"/>
              <a:buNone/>
              <a:defRPr sz="2100"/>
            </a:lvl1pPr>
            <a:lvl2pPr lvl="1" algn="ctr">
              <a:lnSpc>
                <a:spcPct val="100000"/>
              </a:lnSpc>
              <a:spcBef>
                <a:spcPts val="400"/>
              </a:spcBef>
              <a:spcAft>
                <a:spcPts val="0"/>
              </a:spcAft>
              <a:buSzPts val="2100"/>
              <a:buNone/>
              <a:defRPr sz="2100"/>
            </a:lvl2pPr>
            <a:lvl3pPr lvl="2" algn="ctr">
              <a:lnSpc>
                <a:spcPct val="100000"/>
              </a:lnSpc>
              <a:spcBef>
                <a:spcPts val="400"/>
              </a:spcBef>
              <a:spcAft>
                <a:spcPts val="0"/>
              </a:spcAft>
              <a:buSzPts val="2100"/>
              <a:buNone/>
              <a:defRPr sz="2100"/>
            </a:lvl3pPr>
            <a:lvl4pPr lvl="3" algn="ctr">
              <a:lnSpc>
                <a:spcPct val="100000"/>
              </a:lnSpc>
              <a:spcBef>
                <a:spcPts val="400"/>
              </a:spcBef>
              <a:spcAft>
                <a:spcPts val="0"/>
              </a:spcAft>
              <a:buSzPts val="2100"/>
              <a:buNone/>
              <a:defRPr sz="2100"/>
            </a:lvl4pPr>
            <a:lvl5pPr lvl="4" algn="ctr">
              <a:lnSpc>
                <a:spcPct val="100000"/>
              </a:lnSpc>
              <a:spcBef>
                <a:spcPts val="400"/>
              </a:spcBef>
              <a:spcAft>
                <a:spcPts val="0"/>
              </a:spcAft>
              <a:buSzPts val="2100"/>
              <a:buNone/>
              <a:defRPr sz="2100"/>
            </a:lvl5pPr>
            <a:lvl6pPr lvl="5" algn="ctr">
              <a:lnSpc>
                <a:spcPct val="100000"/>
              </a:lnSpc>
              <a:spcBef>
                <a:spcPts val="400"/>
              </a:spcBef>
              <a:spcAft>
                <a:spcPts val="0"/>
              </a:spcAft>
              <a:buSzPts val="2100"/>
              <a:buNone/>
              <a:defRPr sz="2100"/>
            </a:lvl6pPr>
            <a:lvl7pPr lvl="6" algn="ctr">
              <a:lnSpc>
                <a:spcPct val="100000"/>
              </a:lnSpc>
              <a:spcBef>
                <a:spcPts val="400"/>
              </a:spcBef>
              <a:spcAft>
                <a:spcPts val="0"/>
              </a:spcAft>
              <a:buSzPts val="2100"/>
              <a:buNone/>
              <a:defRPr sz="2100"/>
            </a:lvl7pPr>
            <a:lvl8pPr lvl="7" algn="ctr">
              <a:lnSpc>
                <a:spcPct val="100000"/>
              </a:lnSpc>
              <a:spcBef>
                <a:spcPts val="400"/>
              </a:spcBef>
              <a:spcAft>
                <a:spcPts val="0"/>
              </a:spcAft>
              <a:buSzPts val="2100"/>
              <a:buNone/>
              <a:defRPr sz="2100"/>
            </a:lvl8pPr>
            <a:lvl9pPr lvl="8" algn="ctr">
              <a:lnSpc>
                <a:spcPct val="100000"/>
              </a:lnSpc>
              <a:spcBef>
                <a:spcPts val="400"/>
              </a:spcBef>
              <a:spcAft>
                <a:spcPts val="0"/>
              </a:spcAft>
              <a:buSzPts val="2100"/>
              <a:buNone/>
              <a:defRPr sz="2100"/>
            </a:lvl9pPr>
          </a:lstStyle>
          <a:p/>
        </p:txBody>
      </p:sp>
      <p:sp>
        <p:nvSpPr>
          <p:cNvPr id="256" name="Google Shape;256;p42"/>
          <p:cNvSpPr txBox="1"/>
          <p:nvPr>
            <p:ph idx="12" type="sldNum"/>
          </p:nvPr>
        </p:nvSpPr>
        <p:spPr>
          <a:xfrm>
            <a:off x="8490250" y="4681009"/>
            <a:ext cx="548700" cy="393600"/>
          </a:xfrm>
          <a:prstGeom prst="rect">
            <a:avLst/>
          </a:prstGeom>
        </p:spPr>
        <p:txBody>
          <a:bodyPr anchorCtr="0" anchor="t" bIns="34275" lIns="68575" spcFirstLastPara="1" rIns="68575" wrap="square" tIns="342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o"/>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7" name="Shape 257"/>
        <p:cNvGrpSpPr/>
        <p:nvPr/>
      </p:nvGrpSpPr>
      <p:grpSpPr>
        <a:xfrm>
          <a:off x="0" y="0"/>
          <a:ext cx="0" cy="0"/>
          <a:chOff x="0" y="0"/>
          <a:chExt cx="0" cy="0"/>
        </a:xfrm>
      </p:grpSpPr>
      <p:sp>
        <p:nvSpPr>
          <p:cNvPr id="258" name="Google Shape;258;p43"/>
          <p:cNvSpPr txBox="1"/>
          <p:nvPr>
            <p:ph type="title"/>
          </p:nvPr>
        </p:nvSpPr>
        <p:spPr>
          <a:xfrm>
            <a:off x="311700" y="445025"/>
            <a:ext cx="8520600" cy="572700"/>
          </a:xfrm>
          <a:prstGeom prst="rect">
            <a:avLst/>
          </a:prstGeom>
        </p:spPr>
        <p:txBody>
          <a:bodyPr anchorCtr="0" anchor="b" bIns="34275" lIns="68575" spcFirstLastPara="1" rIns="68575" wrap="square" tIns="34275">
            <a:normAutofit/>
          </a:bodyPr>
          <a:lstStyle>
            <a:lvl1pPr lvl="0">
              <a:spcBef>
                <a:spcPts val="0"/>
              </a:spcBef>
              <a:spcAft>
                <a:spcPts val="0"/>
              </a:spcAft>
              <a:buSzPts val="2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9" name="Google Shape;259;p43"/>
          <p:cNvSpPr txBox="1"/>
          <p:nvPr>
            <p:ph idx="1" type="body"/>
          </p:nvPr>
        </p:nvSpPr>
        <p:spPr>
          <a:xfrm>
            <a:off x="311700" y="1152475"/>
            <a:ext cx="8520600" cy="3416400"/>
          </a:xfrm>
          <a:prstGeom prst="rect">
            <a:avLst/>
          </a:prstGeom>
        </p:spPr>
        <p:txBody>
          <a:bodyPr anchorCtr="0" anchor="t" bIns="34275" lIns="67500" spcFirstLastPara="1" rIns="68575" wrap="square" tIns="34275">
            <a:normAutofit/>
          </a:bodyPr>
          <a:lstStyle>
            <a:lvl1pPr indent="-228600" lvl="0" marL="457200">
              <a:spcBef>
                <a:spcPts val="800"/>
              </a:spcBef>
              <a:spcAft>
                <a:spcPts val="0"/>
              </a:spcAft>
              <a:buSzPts val="1800"/>
              <a:buNone/>
              <a:defRPr/>
            </a:lvl1pPr>
            <a:lvl2pPr indent="-228600" lvl="1" marL="914400">
              <a:spcBef>
                <a:spcPts val="400"/>
              </a:spcBef>
              <a:spcAft>
                <a:spcPts val="0"/>
              </a:spcAft>
              <a:buSzPts val="1800"/>
              <a:buNone/>
              <a:defRPr/>
            </a:lvl2pPr>
            <a:lvl3pPr indent="-323850" lvl="2" marL="1371600">
              <a:spcBef>
                <a:spcPts val="400"/>
              </a:spcBef>
              <a:spcAft>
                <a:spcPts val="0"/>
              </a:spcAft>
              <a:buSzPts val="1500"/>
              <a:buChar char="•"/>
              <a:defRPr/>
            </a:lvl3pPr>
            <a:lvl4pPr indent="-317500" lvl="3" marL="1828800">
              <a:spcBef>
                <a:spcPts val="400"/>
              </a:spcBef>
              <a:spcAft>
                <a:spcPts val="0"/>
              </a:spcAft>
              <a:buSzPts val="1400"/>
              <a:buChar char="•"/>
              <a:defRPr/>
            </a:lvl4pPr>
            <a:lvl5pPr indent="-317500" lvl="4" marL="2286000">
              <a:spcBef>
                <a:spcPts val="400"/>
              </a:spcBef>
              <a:spcAft>
                <a:spcPts val="0"/>
              </a:spcAft>
              <a:buSzPts val="1400"/>
              <a:buChar char="•"/>
              <a:defRPr/>
            </a:lvl5pPr>
            <a:lvl6pPr indent="-317500" lvl="5" marL="2743200">
              <a:spcBef>
                <a:spcPts val="400"/>
              </a:spcBef>
              <a:spcAft>
                <a:spcPts val="0"/>
              </a:spcAft>
              <a:buSzPts val="1400"/>
              <a:buChar char="•"/>
              <a:defRPr/>
            </a:lvl6pPr>
            <a:lvl7pPr indent="-317500" lvl="6" marL="3200400">
              <a:spcBef>
                <a:spcPts val="400"/>
              </a:spcBef>
              <a:spcAft>
                <a:spcPts val="0"/>
              </a:spcAft>
              <a:buSzPts val="1400"/>
              <a:buChar char="•"/>
              <a:defRPr/>
            </a:lvl7pPr>
            <a:lvl8pPr indent="-317500" lvl="7" marL="3657600">
              <a:spcBef>
                <a:spcPts val="400"/>
              </a:spcBef>
              <a:spcAft>
                <a:spcPts val="0"/>
              </a:spcAft>
              <a:buSzPts val="1400"/>
              <a:buChar char="•"/>
              <a:defRPr/>
            </a:lvl8pPr>
            <a:lvl9pPr indent="-317500" lvl="8" marL="4114800">
              <a:spcBef>
                <a:spcPts val="400"/>
              </a:spcBef>
              <a:spcAft>
                <a:spcPts val="0"/>
              </a:spcAft>
              <a:buSzPts val="1400"/>
              <a:buChar char="•"/>
              <a:defRPr/>
            </a:lvl9pPr>
          </a:lstStyle>
          <a:p/>
        </p:txBody>
      </p:sp>
      <p:sp>
        <p:nvSpPr>
          <p:cNvPr id="260" name="Google Shape;260;p43"/>
          <p:cNvSpPr txBox="1"/>
          <p:nvPr>
            <p:ph idx="12" type="sldNum"/>
          </p:nvPr>
        </p:nvSpPr>
        <p:spPr>
          <a:xfrm>
            <a:off x="8490250" y="4681009"/>
            <a:ext cx="548700" cy="393600"/>
          </a:xfrm>
          <a:prstGeom prst="rect">
            <a:avLst/>
          </a:prstGeom>
        </p:spPr>
        <p:txBody>
          <a:bodyPr anchorCtr="0" anchor="t" bIns="34275" lIns="68575" spcFirstLastPara="1" rIns="68575" wrap="square" tIns="342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o"/>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1" name="Shape 261"/>
        <p:cNvGrpSpPr/>
        <p:nvPr/>
      </p:nvGrpSpPr>
      <p:grpSpPr>
        <a:xfrm>
          <a:off x="0" y="0"/>
          <a:ext cx="0" cy="0"/>
          <a:chOff x="0" y="0"/>
          <a:chExt cx="0" cy="0"/>
        </a:xfrm>
      </p:grpSpPr>
      <p:sp>
        <p:nvSpPr>
          <p:cNvPr id="262" name="Google Shape;262;p44"/>
          <p:cNvSpPr txBox="1"/>
          <p:nvPr>
            <p:ph type="title"/>
          </p:nvPr>
        </p:nvSpPr>
        <p:spPr>
          <a:xfrm>
            <a:off x="311700" y="445025"/>
            <a:ext cx="8520600" cy="572700"/>
          </a:xfrm>
          <a:prstGeom prst="rect">
            <a:avLst/>
          </a:prstGeom>
        </p:spPr>
        <p:txBody>
          <a:bodyPr anchorCtr="0" anchor="b" bIns="34275" lIns="68575" spcFirstLastPara="1" rIns="68575" wrap="square" tIns="34275">
            <a:normAutofit/>
          </a:bodyPr>
          <a:lstStyle>
            <a:lvl1pPr lvl="0">
              <a:spcBef>
                <a:spcPts val="0"/>
              </a:spcBef>
              <a:spcAft>
                <a:spcPts val="0"/>
              </a:spcAft>
              <a:buSzPts val="2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63" name="Google Shape;263;p44"/>
          <p:cNvSpPr txBox="1"/>
          <p:nvPr>
            <p:ph idx="1" type="body"/>
          </p:nvPr>
        </p:nvSpPr>
        <p:spPr>
          <a:xfrm>
            <a:off x="311700" y="1152475"/>
            <a:ext cx="3999900" cy="3416400"/>
          </a:xfrm>
          <a:prstGeom prst="rect">
            <a:avLst/>
          </a:prstGeom>
        </p:spPr>
        <p:txBody>
          <a:bodyPr anchorCtr="0" anchor="t" bIns="34275" lIns="67500" spcFirstLastPara="1" rIns="68575" wrap="square" tIns="34275">
            <a:normAutofit/>
          </a:bodyPr>
          <a:lstStyle>
            <a:lvl1pPr indent="-228600" lvl="0" marL="457200">
              <a:spcBef>
                <a:spcPts val="800"/>
              </a:spcBef>
              <a:spcAft>
                <a:spcPts val="0"/>
              </a:spcAft>
              <a:buSzPts val="1400"/>
              <a:buNone/>
              <a:defRPr sz="1400"/>
            </a:lvl1pPr>
            <a:lvl2pPr indent="-228600" lvl="1" marL="914400">
              <a:spcBef>
                <a:spcPts val="400"/>
              </a:spcBef>
              <a:spcAft>
                <a:spcPts val="0"/>
              </a:spcAft>
              <a:buSzPts val="1200"/>
              <a:buNone/>
              <a:defRPr sz="1200"/>
            </a:lvl2pPr>
            <a:lvl3pPr indent="-304800" lvl="2" marL="1371600">
              <a:spcBef>
                <a:spcPts val="400"/>
              </a:spcBef>
              <a:spcAft>
                <a:spcPts val="0"/>
              </a:spcAft>
              <a:buSzPts val="1200"/>
              <a:buChar char="•"/>
              <a:defRPr sz="1200"/>
            </a:lvl3pPr>
            <a:lvl4pPr indent="-304800" lvl="3" marL="1828800">
              <a:spcBef>
                <a:spcPts val="400"/>
              </a:spcBef>
              <a:spcAft>
                <a:spcPts val="0"/>
              </a:spcAft>
              <a:buSzPts val="1200"/>
              <a:buChar char="•"/>
              <a:defRPr sz="1200"/>
            </a:lvl4pPr>
            <a:lvl5pPr indent="-304800" lvl="4" marL="2286000">
              <a:spcBef>
                <a:spcPts val="400"/>
              </a:spcBef>
              <a:spcAft>
                <a:spcPts val="0"/>
              </a:spcAft>
              <a:buSzPts val="1200"/>
              <a:buChar char="•"/>
              <a:defRPr sz="1200"/>
            </a:lvl5pPr>
            <a:lvl6pPr indent="-304800" lvl="5" marL="2743200">
              <a:spcBef>
                <a:spcPts val="400"/>
              </a:spcBef>
              <a:spcAft>
                <a:spcPts val="0"/>
              </a:spcAft>
              <a:buSzPts val="1200"/>
              <a:buChar char="•"/>
              <a:defRPr sz="1200"/>
            </a:lvl6pPr>
            <a:lvl7pPr indent="-304800" lvl="6" marL="3200400">
              <a:spcBef>
                <a:spcPts val="400"/>
              </a:spcBef>
              <a:spcAft>
                <a:spcPts val="0"/>
              </a:spcAft>
              <a:buSzPts val="1200"/>
              <a:buChar char="•"/>
              <a:defRPr sz="1200"/>
            </a:lvl7pPr>
            <a:lvl8pPr indent="-304800" lvl="7" marL="3657600">
              <a:spcBef>
                <a:spcPts val="400"/>
              </a:spcBef>
              <a:spcAft>
                <a:spcPts val="0"/>
              </a:spcAft>
              <a:buSzPts val="1200"/>
              <a:buChar char="•"/>
              <a:defRPr sz="1200"/>
            </a:lvl8pPr>
            <a:lvl9pPr indent="-304800" lvl="8" marL="4114800">
              <a:spcBef>
                <a:spcPts val="400"/>
              </a:spcBef>
              <a:spcAft>
                <a:spcPts val="0"/>
              </a:spcAft>
              <a:buSzPts val="1200"/>
              <a:buChar char="•"/>
              <a:defRPr sz="1200"/>
            </a:lvl9pPr>
          </a:lstStyle>
          <a:p/>
        </p:txBody>
      </p:sp>
      <p:sp>
        <p:nvSpPr>
          <p:cNvPr id="264" name="Google Shape;264;p44"/>
          <p:cNvSpPr txBox="1"/>
          <p:nvPr>
            <p:ph idx="2" type="body"/>
          </p:nvPr>
        </p:nvSpPr>
        <p:spPr>
          <a:xfrm>
            <a:off x="4832400" y="1152475"/>
            <a:ext cx="3999900" cy="3416400"/>
          </a:xfrm>
          <a:prstGeom prst="rect">
            <a:avLst/>
          </a:prstGeom>
        </p:spPr>
        <p:txBody>
          <a:bodyPr anchorCtr="0" anchor="t" bIns="34275" lIns="67500" spcFirstLastPara="1" rIns="68575" wrap="square" tIns="34275">
            <a:normAutofit/>
          </a:bodyPr>
          <a:lstStyle>
            <a:lvl1pPr indent="-228600" lvl="0" marL="457200">
              <a:spcBef>
                <a:spcPts val="800"/>
              </a:spcBef>
              <a:spcAft>
                <a:spcPts val="0"/>
              </a:spcAft>
              <a:buSzPts val="1400"/>
              <a:buNone/>
              <a:defRPr sz="1400"/>
            </a:lvl1pPr>
            <a:lvl2pPr indent="-228600" lvl="1" marL="914400">
              <a:spcBef>
                <a:spcPts val="400"/>
              </a:spcBef>
              <a:spcAft>
                <a:spcPts val="0"/>
              </a:spcAft>
              <a:buSzPts val="1200"/>
              <a:buNone/>
              <a:defRPr sz="1200"/>
            </a:lvl2pPr>
            <a:lvl3pPr indent="-304800" lvl="2" marL="1371600">
              <a:spcBef>
                <a:spcPts val="400"/>
              </a:spcBef>
              <a:spcAft>
                <a:spcPts val="0"/>
              </a:spcAft>
              <a:buSzPts val="1200"/>
              <a:buChar char="•"/>
              <a:defRPr sz="1200"/>
            </a:lvl3pPr>
            <a:lvl4pPr indent="-304800" lvl="3" marL="1828800">
              <a:spcBef>
                <a:spcPts val="400"/>
              </a:spcBef>
              <a:spcAft>
                <a:spcPts val="0"/>
              </a:spcAft>
              <a:buSzPts val="1200"/>
              <a:buChar char="•"/>
              <a:defRPr sz="1200"/>
            </a:lvl4pPr>
            <a:lvl5pPr indent="-304800" lvl="4" marL="2286000">
              <a:spcBef>
                <a:spcPts val="400"/>
              </a:spcBef>
              <a:spcAft>
                <a:spcPts val="0"/>
              </a:spcAft>
              <a:buSzPts val="1200"/>
              <a:buChar char="•"/>
              <a:defRPr sz="1200"/>
            </a:lvl5pPr>
            <a:lvl6pPr indent="-304800" lvl="5" marL="2743200">
              <a:spcBef>
                <a:spcPts val="400"/>
              </a:spcBef>
              <a:spcAft>
                <a:spcPts val="0"/>
              </a:spcAft>
              <a:buSzPts val="1200"/>
              <a:buChar char="•"/>
              <a:defRPr sz="1200"/>
            </a:lvl6pPr>
            <a:lvl7pPr indent="-304800" lvl="6" marL="3200400">
              <a:spcBef>
                <a:spcPts val="400"/>
              </a:spcBef>
              <a:spcAft>
                <a:spcPts val="0"/>
              </a:spcAft>
              <a:buSzPts val="1200"/>
              <a:buChar char="•"/>
              <a:defRPr sz="1200"/>
            </a:lvl7pPr>
            <a:lvl8pPr indent="-304800" lvl="7" marL="3657600">
              <a:spcBef>
                <a:spcPts val="400"/>
              </a:spcBef>
              <a:spcAft>
                <a:spcPts val="0"/>
              </a:spcAft>
              <a:buSzPts val="1200"/>
              <a:buChar char="•"/>
              <a:defRPr sz="1200"/>
            </a:lvl8pPr>
            <a:lvl9pPr indent="-304800" lvl="8" marL="4114800">
              <a:spcBef>
                <a:spcPts val="400"/>
              </a:spcBef>
              <a:spcAft>
                <a:spcPts val="0"/>
              </a:spcAft>
              <a:buSzPts val="1200"/>
              <a:buChar char="•"/>
              <a:defRPr sz="1200"/>
            </a:lvl9pPr>
          </a:lstStyle>
          <a:p/>
        </p:txBody>
      </p:sp>
      <p:sp>
        <p:nvSpPr>
          <p:cNvPr id="265" name="Google Shape;265;p44"/>
          <p:cNvSpPr txBox="1"/>
          <p:nvPr>
            <p:ph idx="12" type="sldNum"/>
          </p:nvPr>
        </p:nvSpPr>
        <p:spPr>
          <a:xfrm>
            <a:off x="8490250" y="4681009"/>
            <a:ext cx="548700" cy="393600"/>
          </a:xfrm>
          <a:prstGeom prst="rect">
            <a:avLst/>
          </a:prstGeom>
        </p:spPr>
        <p:txBody>
          <a:bodyPr anchorCtr="0" anchor="t" bIns="34275" lIns="68575" spcFirstLastPara="1" rIns="68575" wrap="square" tIns="342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20" Type="http://schemas.openxmlformats.org/officeDocument/2006/relationships/slideLayout" Target="../slideLayouts/slideLayout1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22" Type="http://schemas.openxmlformats.org/officeDocument/2006/relationships/slideLayout" Target="../slideLayouts/slideLayout21.xml"/><Relationship Id="rId44" Type="http://schemas.openxmlformats.org/officeDocument/2006/relationships/slideLayout" Target="../slideLayouts/slideLayout43.xml"/><Relationship Id="rId21" Type="http://schemas.openxmlformats.org/officeDocument/2006/relationships/slideLayout" Target="../slideLayouts/slideLayout20.xml"/><Relationship Id="rId43" Type="http://schemas.openxmlformats.org/officeDocument/2006/relationships/slideLayout" Target="../slideLayouts/slideLayout42.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45" Type="http://schemas.openxmlformats.org/officeDocument/2006/relationships/theme" Target="../theme/theme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5" Type="http://schemas.openxmlformats.org/officeDocument/2006/relationships/slideLayout" Target="../slideLayouts/slideLayout4.xml"/><Relationship Id="rId6" Type="http://schemas.openxmlformats.org/officeDocument/2006/relationships/slideLayout" Target="../slideLayouts/slideLayout5.xml"/><Relationship Id="rId29" Type="http://schemas.openxmlformats.org/officeDocument/2006/relationships/slideLayout" Target="../slideLayouts/slideLayout28.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11" Type="http://schemas.openxmlformats.org/officeDocument/2006/relationships/slideLayout" Target="../slideLayouts/slideLayout10.xml"/><Relationship Id="rId33" Type="http://schemas.openxmlformats.org/officeDocument/2006/relationships/slideLayout" Target="../slideLayouts/slideLayout32.xml"/><Relationship Id="rId10" Type="http://schemas.openxmlformats.org/officeDocument/2006/relationships/slideLayout" Target="../slideLayouts/slideLayout9.xml"/><Relationship Id="rId32" Type="http://schemas.openxmlformats.org/officeDocument/2006/relationships/slideLayout" Target="../slideLayouts/slideLayout31.xml"/><Relationship Id="rId13" Type="http://schemas.openxmlformats.org/officeDocument/2006/relationships/slideLayout" Target="../slideLayouts/slideLayout12.xml"/><Relationship Id="rId35" Type="http://schemas.openxmlformats.org/officeDocument/2006/relationships/slideLayout" Target="../slideLayouts/slideLayout34.xml"/><Relationship Id="rId12" Type="http://schemas.openxmlformats.org/officeDocument/2006/relationships/slideLayout" Target="../slideLayouts/slideLayout11.xml"/><Relationship Id="rId34" Type="http://schemas.openxmlformats.org/officeDocument/2006/relationships/slideLayout" Target="../slideLayouts/slideLayout33.xml"/><Relationship Id="rId15" Type="http://schemas.openxmlformats.org/officeDocument/2006/relationships/slideLayout" Target="../slideLayouts/slideLayout14.xml"/><Relationship Id="rId37" Type="http://schemas.openxmlformats.org/officeDocument/2006/relationships/slideLayout" Target="../slideLayouts/slideLayout36.xml"/><Relationship Id="rId14" Type="http://schemas.openxmlformats.org/officeDocument/2006/relationships/slideLayout" Target="../slideLayouts/slideLayout13.xml"/><Relationship Id="rId36" Type="http://schemas.openxmlformats.org/officeDocument/2006/relationships/slideLayout" Target="../slideLayouts/slideLayout35.xml"/><Relationship Id="rId17" Type="http://schemas.openxmlformats.org/officeDocument/2006/relationships/slideLayout" Target="../slideLayouts/slideLayout16.xml"/><Relationship Id="rId39" Type="http://schemas.openxmlformats.org/officeDocument/2006/relationships/slideLayout" Target="../slideLayouts/slideLayout38.xml"/><Relationship Id="rId16" Type="http://schemas.openxmlformats.org/officeDocument/2006/relationships/slideLayout" Target="../slideLayouts/slideLayout15.xml"/><Relationship Id="rId38" Type="http://schemas.openxmlformats.org/officeDocument/2006/relationships/slideLayout" Target="../slideLayouts/slideLayout37.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01962" y="273844"/>
            <a:ext cx="8274900" cy="813300"/>
          </a:xfrm>
          <a:prstGeom prst="rect">
            <a:avLst/>
          </a:prstGeom>
          <a:noFill/>
          <a:ln>
            <a:noFill/>
          </a:ln>
        </p:spPr>
        <p:txBody>
          <a:bodyPr anchorCtr="0" anchor="b" bIns="34275" lIns="68575" spcFirstLastPara="1" rIns="68575" wrap="square" tIns="34275">
            <a:normAutofit/>
          </a:bodyPr>
          <a:lstStyle>
            <a:lvl1pPr lvl="0" marR="0" rtl="0" algn="l">
              <a:lnSpc>
                <a:spcPct val="90000"/>
              </a:lnSpc>
              <a:spcBef>
                <a:spcPts val="0"/>
              </a:spcBef>
              <a:spcAft>
                <a:spcPts val="0"/>
              </a:spcAft>
              <a:buClr>
                <a:srgbClr val="C8102E"/>
              </a:buClr>
              <a:buSzPts val="2400"/>
              <a:buFont typeface="Arial"/>
              <a:buNone/>
              <a:defRPr b="1" i="0" sz="2400" u="none" cap="none" strike="noStrike">
                <a:solidFill>
                  <a:srgbClr val="C8102E"/>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Google Shape;7;p1"/>
          <p:cNvSpPr txBox="1"/>
          <p:nvPr>
            <p:ph idx="1" type="body"/>
          </p:nvPr>
        </p:nvSpPr>
        <p:spPr>
          <a:xfrm>
            <a:off x="401961" y="1369219"/>
            <a:ext cx="8267400" cy="3263400"/>
          </a:xfrm>
          <a:prstGeom prst="rect">
            <a:avLst/>
          </a:prstGeom>
          <a:noFill/>
          <a:ln>
            <a:noFill/>
          </a:ln>
        </p:spPr>
        <p:txBody>
          <a:bodyPr anchorCtr="0" anchor="t" bIns="34275" lIns="67500" spcFirstLastPara="1" rIns="68575" wrap="square" tIns="34275">
            <a:normAutofit/>
          </a:bodyPr>
          <a:lstStyle>
            <a:lvl1pPr indent="-228600" lvl="0" marL="457200" marR="0" rtl="0" algn="l">
              <a:lnSpc>
                <a:spcPct val="90000"/>
              </a:lnSpc>
              <a:spcBef>
                <a:spcPts val="8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8" name="Google Shape;8;p1"/>
          <p:cNvSpPr txBox="1"/>
          <p:nvPr>
            <p:ph idx="12" type="sldNum"/>
          </p:nvPr>
        </p:nvSpPr>
        <p:spPr>
          <a:xfrm>
            <a:off x="8045605" y="4777978"/>
            <a:ext cx="971700" cy="273900"/>
          </a:xfrm>
          <a:prstGeom prst="rect">
            <a:avLst/>
          </a:prstGeom>
          <a:noFill/>
          <a:ln>
            <a:noFill/>
          </a:ln>
        </p:spPr>
        <p:txBody>
          <a:bodyPr anchorCtr="0" anchor="t" bIns="34275" lIns="68575" spcFirstLastPara="1" rIns="68575" wrap="square" tIns="34275">
            <a:noAutofit/>
          </a:bodyPr>
          <a:lstStyle>
            <a:lvl1pPr indent="0" lvl="0" marL="0" marR="0" rtl="0" algn="r">
              <a:spcBef>
                <a:spcPts val="0"/>
              </a:spcBef>
              <a:buNone/>
              <a:defRPr b="0" i="0" sz="900" u="none" cap="none" strike="noStrike">
                <a:solidFill>
                  <a:srgbClr val="898A91"/>
                </a:solidFill>
                <a:latin typeface="Calibri"/>
                <a:ea typeface="Calibri"/>
                <a:cs typeface="Calibri"/>
                <a:sym typeface="Calibri"/>
              </a:defRPr>
            </a:lvl1pPr>
            <a:lvl2pPr indent="0" lvl="1" marL="0" marR="0" rtl="0" algn="r">
              <a:spcBef>
                <a:spcPts val="0"/>
              </a:spcBef>
              <a:buNone/>
              <a:defRPr b="0" i="0" sz="900" u="none" cap="none" strike="noStrike">
                <a:solidFill>
                  <a:srgbClr val="898A91"/>
                </a:solidFill>
                <a:latin typeface="Calibri"/>
                <a:ea typeface="Calibri"/>
                <a:cs typeface="Calibri"/>
                <a:sym typeface="Calibri"/>
              </a:defRPr>
            </a:lvl2pPr>
            <a:lvl3pPr indent="0" lvl="2" marL="0" marR="0" rtl="0" algn="r">
              <a:spcBef>
                <a:spcPts val="0"/>
              </a:spcBef>
              <a:buNone/>
              <a:defRPr b="0" i="0" sz="900" u="none" cap="none" strike="noStrike">
                <a:solidFill>
                  <a:srgbClr val="898A91"/>
                </a:solidFill>
                <a:latin typeface="Calibri"/>
                <a:ea typeface="Calibri"/>
                <a:cs typeface="Calibri"/>
                <a:sym typeface="Calibri"/>
              </a:defRPr>
            </a:lvl3pPr>
            <a:lvl4pPr indent="0" lvl="3" marL="0" marR="0" rtl="0" algn="r">
              <a:spcBef>
                <a:spcPts val="0"/>
              </a:spcBef>
              <a:buNone/>
              <a:defRPr b="0" i="0" sz="900" u="none" cap="none" strike="noStrike">
                <a:solidFill>
                  <a:srgbClr val="898A91"/>
                </a:solidFill>
                <a:latin typeface="Calibri"/>
                <a:ea typeface="Calibri"/>
                <a:cs typeface="Calibri"/>
                <a:sym typeface="Calibri"/>
              </a:defRPr>
            </a:lvl4pPr>
            <a:lvl5pPr indent="0" lvl="4" marL="0" marR="0" rtl="0" algn="r">
              <a:spcBef>
                <a:spcPts val="0"/>
              </a:spcBef>
              <a:buNone/>
              <a:defRPr b="0" i="0" sz="900" u="none" cap="none" strike="noStrike">
                <a:solidFill>
                  <a:srgbClr val="898A91"/>
                </a:solidFill>
                <a:latin typeface="Calibri"/>
                <a:ea typeface="Calibri"/>
                <a:cs typeface="Calibri"/>
                <a:sym typeface="Calibri"/>
              </a:defRPr>
            </a:lvl5pPr>
            <a:lvl6pPr indent="0" lvl="5" marL="0" marR="0" rtl="0" algn="r">
              <a:spcBef>
                <a:spcPts val="0"/>
              </a:spcBef>
              <a:buNone/>
              <a:defRPr b="0" i="0" sz="900" u="none" cap="none" strike="noStrike">
                <a:solidFill>
                  <a:srgbClr val="898A91"/>
                </a:solidFill>
                <a:latin typeface="Calibri"/>
                <a:ea typeface="Calibri"/>
                <a:cs typeface="Calibri"/>
                <a:sym typeface="Calibri"/>
              </a:defRPr>
            </a:lvl6pPr>
            <a:lvl7pPr indent="0" lvl="6" marL="0" marR="0" rtl="0" algn="r">
              <a:spcBef>
                <a:spcPts val="0"/>
              </a:spcBef>
              <a:buNone/>
              <a:defRPr b="0" i="0" sz="900" u="none" cap="none" strike="noStrike">
                <a:solidFill>
                  <a:srgbClr val="898A91"/>
                </a:solidFill>
                <a:latin typeface="Calibri"/>
                <a:ea typeface="Calibri"/>
                <a:cs typeface="Calibri"/>
                <a:sym typeface="Calibri"/>
              </a:defRPr>
            </a:lvl7pPr>
            <a:lvl8pPr indent="0" lvl="7" marL="0" marR="0" rtl="0" algn="r">
              <a:spcBef>
                <a:spcPts val="0"/>
              </a:spcBef>
              <a:buNone/>
              <a:defRPr b="0" i="0" sz="900" u="none" cap="none" strike="noStrike">
                <a:solidFill>
                  <a:srgbClr val="898A91"/>
                </a:solidFill>
                <a:latin typeface="Calibri"/>
                <a:ea typeface="Calibri"/>
                <a:cs typeface="Calibri"/>
                <a:sym typeface="Calibri"/>
              </a:defRPr>
            </a:lvl8pPr>
            <a:lvl9pPr indent="0" lvl="8" marL="0" marR="0" rtl="0" algn="r">
              <a:spcBef>
                <a:spcPts val="0"/>
              </a:spcBef>
              <a:buNone/>
              <a:defRPr b="0" i="0" sz="900" u="none" cap="none" strike="noStrike">
                <a:solidFill>
                  <a:srgbClr val="898A9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no"/>
              <a:t>‹#›</a:t>
            </a:fld>
            <a:endParaRPr/>
          </a:p>
        </p:txBody>
      </p:sp>
      <p:pic>
        <p:nvPicPr>
          <p:cNvPr id="9" name="Google Shape;9;p1"/>
          <p:cNvPicPr preferRelativeResize="0"/>
          <p:nvPr/>
        </p:nvPicPr>
        <p:blipFill rotWithShape="1">
          <a:blip r:embed="rId1">
            <a:alphaModFix/>
          </a:blip>
          <a:srcRect b="0" l="0" r="0" t="0"/>
          <a:stretch/>
        </p:blipFill>
        <p:spPr>
          <a:xfrm>
            <a:off x="200291" y="4731848"/>
            <a:ext cx="520166" cy="21673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4.xml"/><Relationship Id="rId3" Type="http://schemas.openxmlformats.org/officeDocument/2006/relationships/image" Target="../media/image29.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hyperlink" Target="http://drive.google.com/file/d/1tzn9pKTM29YvLWtmcbu6PggST_Wd6GoY/view" TargetMode="External"/><Relationship Id="rId4" Type="http://schemas.openxmlformats.org/officeDocument/2006/relationships/image" Target="../media/image1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7.xml"/><Relationship Id="rId3"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8.xml"/><Relationship Id="rId3" Type="http://schemas.openxmlformats.org/officeDocument/2006/relationships/hyperlink" Target="https://scikit-learn.org/stable/modules/generated/sklearn.neural_network.MLPRegressor.html" TargetMode="External"/><Relationship Id="rId4" Type="http://schemas.openxmlformats.org/officeDocument/2006/relationships/image" Target="../media/image8.png"/><Relationship Id="rId5" Type="http://schemas.openxmlformats.org/officeDocument/2006/relationships/image" Target="../media/image3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1.xml"/><Relationship Id="rId3"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4.xml"/><Relationship Id="rId3"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5.xml"/><Relationship Id="rId3" Type="http://schemas.openxmlformats.org/officeDocument/2006/relationships/hyperlink" Target="https://ouster.com/insights/blog/object-detection-and-tracking-using-deep-learning-and-ouster-python-sdk" TargetMode="Externa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6.xml"/><Relationship Id="rId3"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8.xml"/><Relationship Id="rId3" Type="http://schemas.openxmlformats.org/officeDocument/2006/relationships/hyperlink" Target="https://www.kaggle.com/datasets/garymk/kitti-3d-object-detection-dataset"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2.xml"/><Relationship Id="rId3"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4.xml"/><Relationship Id="rId3"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6.xml"/><Relationship Id="rId3"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7.xml"/><Relationship Id="rId3"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8.xml"/><Relationship Id="rId3" Type="http://schemas.openxmlformats.org/officeDocument/2006/relationships/image" Target="../media/image3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9.xml"/><Relationship Id="rId3"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30.xml"/><Relationship Id="rId3" Type="http://schemas.openxmlformats.org/officeDocument/2006/relationships/image" Target="../media/image3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31.xml"/><Relationship Id="rId3" Type="http://schemas.openxmlformats.org/officeDocument/2006/relationships/hyperlink" Target="https://github.com/BjarkanDev/MAS512"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6"/>
          <p:cNvSpPr txBox="1"/>
          <p:nvPr>
            <p:ph type="ctrTitle"/>
          </p:nvPr>
        </p:nvSpPr>
        <p:spPr>
          <a:xfrm>
            <a:off x="671258" y="990800"/>
            <a:ext cx="7801500" cy="1730100"/>
          </a:xfrm>
          <a:prstGeom prst="rect">
            <a:avLst/>
          </a:prstGeom>
        </p:spPr>
        <p:txBody>
          <a:bodyPr anchorCtr="0" anchor="b" bIns="34275" lIns="68575" spcFirstLastPara="1" rIns="68575" wrap="square" tIns="34275">
            <a:normAutofit/>
          </a:bodyPr>
          <a:lstStyle/>
          <a:p>
            <a:pPr indent="0" lvl="0" marL="0" rtl="0" algn="ctr">
              <a:spcBef>
                <a:spcPts val="0"/>
              </a:spcBef>
              <a:spcAft>
                <a:spcPts val="0"/>
              </a:spcAft>
              <a:buNone/>
            </a:pPr>
            <a:r>
              <a:rPr lang="no"/>
              <a:t>MAS512 Assignment 2</a:t>
            </a:r>
            <a:endParaRPr/>
          </a:p>
        </p:txBody>
      </p:sp>
      <p:sp>
        <p:nvSpPr>
          <p:cNvPr id="275" name="Google Shape;275;p46"/>
          <p:cNvSpPr txBox="1"/>
          <p:nvPr>
            <p:ph idx="1" type="subTitle"/>
          </p:nvPr>
        </p:nvSpPr>
        <p:spPr>
          <a:xfrm>
            <a:off x="671250" y="3174876"/>
            <a:ext cx="7801500" cy="792600"/>
          </a:xfrm>
          <a:prstGeom prst="rect">
            <a:avLst/>
          </a:prstGeom>
        </p:spPr>
        <p:txBody>
          <a:bodyPr anchorCtr="0" anchor="t" bIns="34275" lIns="67500" spcFirstLastPara="1" rIns="68575" wrap="square" tIns="34275">
            <a:normAutofit/>
          </a:bodyPr>
          <a:lstStyle/>
          <a:p>
            <a:pPr indent="0" lvl="0" marL="0" rtl="0" algn="ctr">
              <a:spcBef>
                <a:spcPts val="800"/>
              </a:spcBef>
              <a:spcAft>
                <a:spcPts val="0"/>
              </a:spcAft>
              <a:buNone/>
            </a:pPr>
            <a:r>
              <a:rPr lang="no"/>
              <a:t>Group 6: Bjørn Sødal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7"/>
          <p:cNvSpPr txBox="1"/>
          <p:nvPr>
            <p:ph type="title"/>
          </p:nvPr>
        </p:nvSpPr>
        <p:spPr>
          <a:xfrm>
            <a:off x="311700" y="445025"/>
            <a:ext cx="8520600" cy="5727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lang="no"/>
              <a:t>Question 1</a:t>
            </a:r>
            <a:endParaRPr/>
          </a:p>
        </p:txBody>
      </p:sp>
      <p:sp>
        <p:nvSpPr>
          <p:cNvPr id="281" name="Google Shape;281;p47"/>
          <p:cNvSpPr txBox="1"/>
          <p:nvPr>
            <p:ph idx="1" type="body"/>
          </p:nvPr>
        </p:nvSpPr>
        <p:spPr>
          <a:xfrm>
            <a:off x="311700" y="1152475"/>
            <a:ext cx="8520600" cy="3416400"/>
          </a:xfrm>
          <a:prstGeom prst="rect">
            <a:avLst/>
          </a:prstGeom>
        </p:spPr>
        <p:txBody>
          <a:bodyPr anchorCtr="0" anchor="t" bIns="34275" lIns="67500" spcFirstLastPara="1" rIns="68575" wrap="square" tIns="34275">
            <a:normAutofit/>
          </a:bodyPr>
          <a:lstStyle/>
          <a:p>
            <a:pPr indent="-342900" lvl="0" marL="457200" rtl="0" algn="l">
              <a:spcBef>
                <a:spcPts val="800"/>
              </a:spcBef>
              <a:spcAft>
                <a:spcPts val="0"/>
              </a:spcAft>
              <a:buSzPts val="1800"/>
              <a:buChar char="●"/>
            </a:pPr>
            <a:r>
              <a:rPr lang="no"/>
              <a:t>Part A:</a:t>
            </a:r>
            <a:endParaRPr/>
          </a:p>
          <a:p>
            <a:pPr indent="-342900" lvl="0" marL="457200" rtl="0" algn="l">
              <a:spcBef>
                <a:spcPts val="0"/>
              </a:spcBef>
              <a:spcAft>
                <a:spcPts val="0"/>
              </a:spcAft>
              <a:buSzPts val="1800"/>
              <a:buChar char="-"/>
            </a:pPr>
            <a:r>
              <a:rPr lang="no"/>
              <a:t>Find 3D coordinates of centre of swinging load in all frames of video using M</a:t>
            </a:r>
            <a:r>
              <a:rPr baseline="-25000" lang="no"/>
              <a:t>int</a:t>
            </a:r>
            <a:endParaRPr baseline="-25000"/>
          </a:p>
          <a:p>
            <a:pPr indent="-342900" lvl="0" marL="457200" rtl="0" algn="l">
              <a:spcBef>
                <a:spcPts val="0"/>
              </a:spcBef>
              <a:spcAft>
                <a:spcPts val="0"/>
              </a:spcAft>
              <a:buSzPts val="1800"/>
              <a:buChar char="-"/>
            </a:pPr>
            <a:r>
              <a:rPr baseline="-25000" lang="no"/>
              <a:t> </a:t>
            </a:r>
            <a:r>
              <a:rPr lang="no"/>
              <a:t>Plot the 3D coordinates of every frame</a:t>
            </a:r>
            <a:endParaRPr/>
          </a:p>
          <a:p>
            <a:pPr indent="-342900" lvl="0" marL="457200" rtl="0" algn="l">
              <a:spcBef>
                <a:spcPts val="0"/>
              </a:spcBef>
              <a:spcAft>
                <a:spcPts val="0"/>
              </a:spcAft>
              <a:buSzPts val="1800"/>
              <a:buChar char="●"/>
            </a:pPr>
            <a:r>
              <a:rPr lang="no"/>
              <a:t>Part B:</a:t>
            </a:r>
            <a:endParaRPr/>
          </a:p>
          <a:p>
            <a:pPr indent="-342900" lvl="0" marL="457200" rtl="0" algn="l">
              <a:spcBef>
                <a:spcPts val="0"/>
              </a:spcBef>
              <a:spcAft>
                <a:spcPts val="0"/>
              </a:spcAft>
              <a:buSzPts val="1800"/>
              <a:buChar char="-"/>
            </a:pPr>
            <a:r>
              <a:rPr lang="no"/>
              <a:t>Use default intrinsic matrix to find center of swinging load and plot those coordinates.</a:t>
            </a:r>
            <a:endParaRPr/>
          </a:p>
          <a:p>
            <a:pPr indent="-342900" lvl="0" marL="457200" rtl="0" algn="l">
              <a:spcBef>
                <a:spcPts val="0"/>
              </a:spcBef>
              <a:spcAft>
                <a:spcPts val="0"/>
              </a:spcAft>
              <a:buSzPts val="1800"/>
              <a:buChar char="●"/>
            </a:pPr>
            <a:r>
              <a:rPr lang="no"/>
              <a:t>Part C: </a:t>
            </a:r>
            <a:endParaRPr/>
          </a:p>
          <a:p>
            <a:pPr indent="-342900" lvl="0" marL="457200" rtl="0" algn="l">
              <a:spcBef>
                <a:spcPts val="0"/>
              </a:spcBef>
              <a:spcAft>
                <a:spcPts val="0"/>
              </a:spcAft>
              <a:buSzPts val="1800"/>
              <a:buChar char="-"/>
            </a:pPr>
            <a:r>
              <a:rPr lang="no"/>
              <a:t>Which one of these coordinates are most accurate?</a:t>
            </a:r>
            <a:endParaRPr/>
          </a:p>
          <a:p>
            <a:pPr indent="-342900" lvl="0" marL="457200" rtl="0" algn="l">
              <a:spcBef>
                <a:spcPts val="0"/>
              </a:spcBef>
              <a:spcAft>
                <a:spcPts val="0"/>
              </a:spcAft>
              <a:buSzPts val="1800"/>
              <a:buChar char="●"/>
            </a:pPr>
            <a:r>
              <a:rPr lang="no"/>
              <a:t>Part D:</a:t>
            </a:r>
            <a:endParaRPr/>
          </a:p>
          <a:p>
            <a:pPr indent="-342900" lvl="0" marL="457200" rtl="0" algn="l">
              <a:spcBef>
                <a:spcPts val="0"/>
              </a:spcBef>
              <a:spcAft>
                <a:spcPts val="0"/>
              </a:spcAft>
              <a:buSzPts val="1800"/>
              <a:buChar char="-"/>
            </a:pPr>
            <a:r>
              <a:rPr lang="no"/>
              <a:t>Implement ML that learns function parameters such that f𝜃(o</a:t>
            </a:r>
            <a:r>
              <a:rPr baseline="-25000" lang="no"/>
              <a:t>1</a:t>
            </a:r>
            <a:r>
              <a:rPr lang="no"/>
              <a:t>) = o</a:t>
            </a:r>
            <a:r>
              <a:rPr baseline="-25000" lang="no"/>
              <a:t>2</a:t>
            </a:r>
            <a:r>
              <a:rPr lang="no"/>
              <a:t>*</a:t>
            </a:r>
            <a:endParaRPr/>
          </a:p>
          <a:p>
            <a:pPr indent="-342900" lvl="0" marL="457200" rtl="0" algn="l">
              <a:spcBef>
                <a:spcPts val="0"/>
              </a:spcBef>
              <a:spcAft>
                <a:spcPts val="0"/>
              </a:spcAft>
              <a:buSzPts val="1800"/>
              <a:buChar char="●"/>
            </a:pPr>
            <a:r>
              <a:rPr lang="no"/>
              <a:t>Part E:</a:t>
            </a:r>
            <a:endParaRPr/>
          </a:p>
          <a:p>
            <a:pPr indent="-342900" lvl="0" marL="457200" rtl="0" algn="l">
              <a:spcBef>
                <a:spcPts val="0"/>
              </a:spcBef>
              <a:spcAft>
                <a:spcPts val="0"/>
              </a:spcAft>
              <a:buSzPts val="1800"/>
              <a:buChar char="-"/>
            </a:pPr>
            <a:r>
              <a:rPr lang="no"/>
              <a:t>Find Euclidean error between the two coordinate plots, make interpretations of results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8"/>
          <p:cNvSpPr txBox="1"/>
          <p:nvPr>
            <p:ph type="title"/>
          </p:nvPr>
        </p:nvSpPr>
        <p:spPr>
          <a:xfrm>
            <a:off x="311700" y="445025"/>
            <a:ext cx="8520600" cy="5727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lang="no"/>
              <a:t>Q1 A</a:t>
            </a:r>
            <a:endParaRPr/>
          </a:p>
        </p:txBody>
      </p:sp>
      <p:sp>
        <p:nvSpPr>
          <p:cNvPr id="287" name="Google Shape;287;p48"/>
          <p:cNvSpPr txBox="1"/>
          <p:nvPr>
            <p:ph idx="1" type="body"/>
          </p:nvPr>
        </p:nvSpPr>
        <p:spPr>
          <a:xfrm>
            <a:off x="311700" y="1152475"/>
            <a:ext cx="8520600" cy="3416400"/>
          </a:xfrm>
          <a:prstGeom prst="rect">
            <a:avLst/>
          </a:prstGeom>
        </p:spPr>
        <p:txBody>
          <a:bodyPr anchorCtr="0" anchor="t" bIns="34275" lIns="67500" spcFirstLastPara="1" rIns="68575" wrap="square" tIns="34275">
            <a:normAutofit/>
          </a:bodyPr>
          <a:lstStyle/>
          <a:p>
            <a:pPr indent="0" lvl="0" marL="0" rtl="0" algn="l">
              <a:spcBef>
                <a:spcPts val="800"/>
              </a:spcBef>
              <a:spcAft>
                <a:spcPts val="0"/>
              </a:spcAft>
              <a:buNone/>
            </a:pPr>
            <a:r>
              <a:rPr lang="no"/>
              <a:t>According to these plots, box is largely</a:t>
            </a:r>
            <a:endParaRPr/>
          </a:p>
          <a:p>
            <a:pPr indent="0" lvl="0" marL="0" rtl="0" algn="l">
              <a:spcBef>
                <a:spcPts val="800"/>
              </a:spcBef>
              <a:spcAft>
                <a:spcPts val="0"/>
              </a:spcAft>
              <a:buNone/>
            </a:pPr>
            <a:r>
              <a:rPr lang="no"/>
              <a:t>located to the upper left of the camera frame.</a:t>
            </a:r>
            <a:endParaRPr/>
          </a:p>
          <a:p>
            <a:pPr indent="0" lvl="0" marL="0" rtl="0" algn="l">
              <a:spcBef>
                <a:spcPts val="800"/>
              </a:spcBef>
              <a:spcAft>
                <a:spcPts val="0"/>
              </a:spcAft>
              <a:buNone/>
            </a:pPr>
            <a:r>
              <a:t/>
            </a:r>
            <a:endParaRPr/>
          </a:p>
          <a:p>
            <a:pPr indent="0" lvl="0" marL="0" rtl="0" algn="l">
              <a:spcBef>
                <a:spcPts val="800"/>
              </a:spcBef>
              <a:spcAft>
                <a:spcPts val="0"/>
              </a:spcAft>
              <a:buNone/>
            </a:pPr>
            <a:r>
              <a:rPr lang="no"/>
              <a:t>Majority of center coords are 0, thus</a:t>
            </a:r>
            <a:endParaRPr/>
          </a:p>
          <a:p>
            <a:pPr indent="0" lvl="0" marL="0" rtl="0" algn="l">
              <a:spcBef>
                <a:spcPts val="800"/>
              </a:spcBef>
              <a:spcAft>
                <a:spcPts val="0"/>
              </a:spcAft>
              <a:buNone/>
            </a:pPr>
            <a:r>
              <a:rPr lang="no"/>
              <a:t>large amount of (0,0,0) readings. </a:t>
            </a:r>
            <a:endParaRPr/>
          </a:p>
          <a:p>
            <a:pPr indent="0" lvl="0" marL="0" rtl="0" algn="l">
              <a:spcBef>
                <a:spcPts val="800"/>
              </a:spcBef>
              <a:spcAft>
                <a:spcPts val="0"/>
              </a:spcAft>
              <a:buNone/>
            </a:pPr>
            <a:r>
              <a:t/>
            </a:r>
            <a:endParaRPr/>
          </a:p>
          <a:p>
            <a:pPr indent="0" lvl="0" marL="0" rtl="0" algn="l">
              <a:spcBef>
                <a:spcPts val="800"/>
              </a:spcBef>
              <a:spcAft>
                <a:spcPts val="0"/>
              </a:spcAft>
              <a:buNone/>
            </a:pPr>
            <a:r>
              <a:rPr lang="no"/>
              <a:t>P</a:t>
            </a:r>
            <a:r>
              <a:rPr baseline="30000" lang="no"/>
              <a:t>p</a:t>
            </a:r>
            <a:r>
              <a:rPr lang="no"/>
              <a:t> = M</a:t>
            </a:r>
            <a:r>
              <a:rPr baseline="-25000" lang="no"/>
              <a:t>int</a:t>
            </a:r>
            <a:r>
              <a:rPr lang="no"/>
              <a:t>*P</a:t>
            </a:r>
            <a:r>
              <a:rPr baseline="30000" lang="no"/>
              <a:t>c</a:t>
            </a:r>
            <a:r>
              <a:rPr lang="no"/>
              <a:t> =&gt; </a:t>
            </a:r>
            <a:r>
              <a:rPr lang="no"/>
              <a:t>P</a:t>
            </a:r>
            <a:r>
              <a:rPr baseline="30000" lang="no"/>
              <a:t>c</a:t>
            </a:r>
            <a:r>
              <a:rPr lang="no"/>
              <a:t> = M</a:t>
            </a:r>
            <a:r>
              <a:rPr baseline="-25000" lang="no"/>
              <a:t>int</a:t>
            </a:r>
            <a:r>
              <a:rPr baseline="30000" lang="no"/>
              <a:t>-1</a:t>
            </a:r>
            <a:r>
              <a:rPr lang="no"/>
              <a:t> * P</a:t>
            </a:r>
            <a:r>
              <a:rPr baseline="30000" lang="no"/>
              <a:t>p</a:t>
            </a:r>
            <a:endParaRPr/>
          </a:p>
        </p:txBody>
      </p:sp>
      <p:pic>
        <p:nvPicPr>
          <p:cNvPr id="288" name="Google Shape;288;p48"/>
          <p:cNvPicPr preferRelativeResize="0"/>
          <p:nvPr/>
        </p:nvPicPr>
        <p:blipFill>
          <a:blip r:embed="rId3">
            <a:alphaModFix/>
          </a:blip>
          <a:stretch>
            <a:fillRect/>
          </a:stretch>
        </p:blipFill>
        <p:spPr>
          <a:xfrm>
            <a:off x="5019663" y="713175"/>
            <a:ext cx="4124325" cy="4000500"/>
          </a:xfrm>
          <a:prstGeom prst="rect">
            <a:avLst/>
          </a:prstGeom>
          <a:noFill/>
          <a:ln>
            <a:noFill/>
          </a:ln>
        </p:spPr>
      </p:pic>
      <p:pic>
        <p:nvPicPr>
          <p:cNvPr id="289" name="Google Shape;289;p48"/>
          <p:cNvPicPr preferRelativeResize="0"/>
          <p:nvPr/>
        </p:nvPicPr>
        <p:blipFill>
          <a:blip r:embed="rId4">
            <a:alphaModFix/>
          </a:blip>
          <a:stretch>
            <a:fillRect/>
          </a:stretch>
        </p:blipFill>
        <p:spPr>
          <a:xfrm>
            <a:off x="311700" y="3704025"/>
            <a:ext cx="4114800" cy="10096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9"/>
          <p:cNvSpPr txBox="1"/>
          <p:nvPr>
            <p:ph type="title"/>
          </p:nvPr>
        </p:nvSpPr>
        <p:spPr>
          <a:xfrm>
            <a:off x="311700" y="445025"/>
            <a:ext cx="8520600" cy="5727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lang="no"/>
              <a:t>Q1 B</a:t>
            </a:r>
            <a:endParaRPr/>
          </a:p>
        </p:txBody>
      </p:sp>
      <p:sp>
        <p:nvSpPr>
          <p:cNvPr id="295" name="Google Shape;295;p49"/>
          <p:cNvSpPr txBox="1"/>
          <p:nvPr>
            <p:ph idx="1" type="body"/>
          </p:nvPr>
        </p:nvSpPr>
        <p:spPr>
          <a:xfrm>
            <a:off x="311700" y="1152475"/>
            <a:ext cx="8520600" cy="3416400"/>
          </a:xfrm>
          <a:prstGeom prst="rect">
            <a:avLst/>
          </a:prstGeom>
        </p:spPr>
        <p:txBody>
          <a:bodyPr anchorCtr="0" anchor="t" bIns="34275" lIns="67500" spcFirstLastPara="1" rIns="68575" wrap="square" tIns="34275">
            <a:normAutofit/>
          </a:bodyPr>
          <a:lstStyle/>
          <a:p>
            <a:pPr indent="0" lvl="0" marL="0" rtl="0" algn="l">
              <a:spcBef>
                <a:spcPts val="800"/>
              </a:spcBef>
              <a:spcAft>
                <a:spcPts val="0"/>
              </a:spcAft>
              <a:buNone/>
            </a:pPr>
            <a:r>
              <a:rPr lang="no"/>
              <a:t>With standard matrix the perspective shifts</a:t>
            </a:r>
            <a:endParaRPr/>
          </a:p>
          <a:p>
            <a:pPr indent="0" lvl="0" marL="0" rtl="0" algn="l">
              <a:spcBef>
                <a:spcPts val="800"/>
              </a:spcBef>
              <a:spcAft>
                <a:spcPts val="0"/>
              </a:spcAft>
              <a:buNone/>
            </a:pPr>
            <a:r>
              <a:rPr lang="no"/>
              <a:t>completely to where the vast</a:t>
            </a:r>
            <a:endParaRPr/>
          </a:p>
          <a:p>
            <a:pPr indent="0" lvl="0" marL="0" rtl="0" algn="l">
              <a:spcBef>
                <a:spcPts val="800"/>
              </a:spcBef>
              <a:spcAft>
                <a:spcPts val="0"/>
              </a:spcAft>
              <a:buNone/>
            </a:pPr>
            <a:r>
              <a:rPr lang="no"/>
              <a:t>majority of points are located in</a:t>
            </a:r>
            <a:endParaRPr/>
          </a:p>
          <a:p>
            <a:pPr indent="0" lvl="0" marL="0" rtl="0" algn="l">
              <a:spcBef>
                <a:spcPts val="800"/>
              </a:spcBef>
              <a:spcAft>
                <a:spcPts val="0"/>
              </a:spcAft>
              <a:buNone/>
            </a:pPr>
            <a:r>
              <a:rPr lang="no"/>
              <a:t>upper right, which is more accurate to</a:t>
            </a:r>
            <a:endParaRPr/>
          </a:p>
          <a:p>
            <a:pPr indent="0" lvl="0" marL="0" rtl="0" algn="l">
              <a:spcBef>
                <a:spcPts val="800"/>
              </a:spcBef>
              <a:spcAft>
                <a:spcPts val="0"/>
              </a:spcAft>
              <a:buNone/>
            </a:pPr>
            <a:r>
              <a:rPr lang="no"/>
              <a:t>what we see in video.</a:t>
            </a:r>
            <a:endParaRPr/>
          </a:p>
        </p:txBody>
      </p:sp>
      <p:pic>
        <p:nvPicPr>
          <p:cNvPr id="296" name="Google Shape;296;p49"/>
          <p:cNvPicPr preferRelativeResize="0"/>
          <p:nvPr/>
        </p:nvPicPr>
        <p:blipFill>
          <a:blip r:embed="rId3">
            <a:alphaModFix/>
          </a:blip>
          <a:stretch>
            <a:fillRect/>
          </a:stretch>
        </p:blipFill>
        <p:spPr>
          <a:xfrm>
            <a:off x="4707963" y="581025"/>
            <a:ext cx="4124325" cy="3981450"/>
          </a:xfrm>
          <a:prstGeom prst="rect">
            <a:avLst/>
          </a:prstGeom>
          <a:noFill/>
          <a:ln>
            <a:noFill/>
          </a:ln>
        </p:spPr>
      </p:pic>
      <p:pic>
        <p:nvPicPr>
          <p:cNvPr id="297" name="Google Shape;297;p49"/>
          <p:cNvPicPr preferRelativeResize="0"/>
          <p:nvPr/>
        </p:nvPicPr>
        <p:blipFill>
          <a:blip r:embed="rId4">
            <a:alphaModFix/>
          </a:blip>
          <a:stretch>
            <a:fillRect/>
          </a:stretch>
        </p:blipFill>
        <p:spPr>
          <a:xfrm>
            <a:off x="375988" y="3190700"/>
            <a:ext cx="2790825" cy="1028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50"/>
          <p:cNvSpPr txBox="1"/>
          <p:nvPr>
            <p:ph type="title"/>
          </p:nvPr>
        </p:nvSpPr>
        <p:spPr>
          <a:xfrm>
            <a:off x="434550" y="-405662"/>
            <a:ext cx="8274900" cy="4056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t/>
            </a:r>
            <a:endParaRPr/>
          </a:p>
        </p:txBody>
      </p:sp>
      <p:sp>
        <p:nvSpPr>
          <p:cNvPr id="303" name="Google Shape;303;p50"/>
          <p:cNvSpPr txBox="1"/>
          <p:nvPr>
            <p:ph idx="1" type="body"/>
          </p:nvPr>
        </p:nvSpPr>
        <p:spPr>
          <a:xfrm>
            <a:off x="5518298" y="4777979"/>
            <a:ext cx="2406300" cy="273900"/>
          </a:xfrm>
          <a:prstGeom prst="rect">
            <a:avLst/>
          </a:prstGeom>
        </p:spPr>
        <p:txBody>
          <a:bodyPr anchorCtr="0" anchor="t" bIns="34275" lIns="67500" spcFirstLastPara="1" rIns="68575" wrap="square" tIns="34275">
            <a:normAutofit/>
          </a:bodyPr>
          <a:lstStyle/>
          <a:p>
            <a:pPr indent="0" lvl="0" marL="0" rtl="0" algn="r">
              <a:spcBef>
                <a:spcPts val="800"/>
              </a:spcBef>
              <a:spcAft>
                <a:spcPts val="0"/>
              </a:spcAft>
              <a:buNone/>
            </a:pPr>
            <a:r>
              <a:t/>
            </a:r>
            <a:endParaRPr/>
          </a:p>
        </p:txBody>
      </p:sp>
      <p:pic>
        <p:nvPicPr>
          <p:cNvPr id="304" name="Google Shape;304;p50" title="color_video.avi">
            <a:hlinkClick r:id="rId3"/>
          </p:cNvPr>
          <p:cNvPicPr preferRelativeResize="0"/>
          <p:nvPr/>
        </p:nvPicPr>
        <p:blipFill>
          <a:blip r:embed="rId4">
            <a:alphaModFix/>
          </a:blip>
          <a:stretch>
            <a:fillRect/>
          </a:stretch>
        </p:blipFill>
        <p:spPr>
          <a:xfrm>
            <a:off x="1589875" y="152375"/>
            <a:ext cx="5964238" cy="447317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04"/>
                                        </p:tgtEl>
                                        <p:attrNameLst>
                                          <p:attrName>style.visibility</p:attrName>
                                        </p:attrNameLst>
                                      </p:cBhvr>
                                      <p:to>
                                        <p:strVal val="visible"/>
                                      </p:to>
                                    </p:set>
                                    <p:animEffect filter="fade" transition="in">
                                      <p:cBhvr>
                                        <p:cTn dur="1000"/>
                                        <p:tgtEl>
                                          <p:spTgt spid="3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51"/>
          <p:cNvSpPr txBox="1"/>
          <p:nvPr>
            <p:ph type="title"/>
          </p:nvPr>
        </p:nvSpPr>
        <p:spPr>
          <a:xfrm>
            <a:off x="311700" y="445025"/>
            <a:ext cx="8520600" cy="5727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lang="no"/>
              <a:t>Q1 C</a:t>
            </a:r>
            <a:endParaRPr/>
          </a:p>
        </p:txBody>
      </p:sp>
      <p:sp>
        <p:nvSpPr>
          <p:cNvPr id="310" name="Google Shape;310;p51"/>
          <p:cNvSpPr txBox="1"/>
          <p:nvPr>
            <p:ph idx="1" type="body"/>
          </p:nvPr>
        </p:nvSpPr>
        <p:spPr>
          <a:xfrm>
            <a:off x="311700" y="1152475"/>
            <a:ext cx="8520600" cy="3416400"/>
          </a:xfrm>
          <a:prstGeom prst="rect">
            <a:avLst/>
          </a:prstGeom>
        </p:spPr>
        <p:txBody>
          <a:bodyPr anchorCtr="0" anchor="t" bIns="34275" lIns="67500" spcFirstLastPara="1" rIns="68575" wrap="square" tIns="34275">
            <a:normAutofit/>
          </a:bodyPr>
          <a:lstStyle/>
          <a:p>
            <a:pPr indent="0" lvl="0" marL="0" rtl="0" algn="l">
              <a:spcBef>
                <a:spcPts val="800"/>
              </a:spcBef>
              <a:spcAft>
                <a:spcPts val="0"/>
              </a:spcAft>
              <a:buNone/>
            </a:pPr>
            <a:r>
              <a:rPr lang="no"/>
              <a:t>So which one is more accurate? </a:t>
            </a:r>
            <a:endParaRPr/>
          </a:p>
          <a:p>
            <a:pPr indent="0" lvl="0" marL="0" rtl="0" algn="l">
              <a:spcBef>
                <a:spcPts val="800"/>
              </a:spcBef>
              <a:spcAft>
                <a:spcPts val="0"/>
              </a:spcAft>
              <a:buNone/>
            </a:pPr>
            <a:r>
              <a:t/>
            </a:r>
            <a:endParaRPr/>
          </a:p>
          <a:p>
            <a:pPr indent="0" lvl="0" marL="0" rtl="0" algn="l">
              <a:spcBef>
                <a:spcPts val="800"/>
              </a:spcBef>
              <a:spcAft>
                <a:spcPts val="0"/>
              </a:spcAft>
              <a:buNone/>
            </a:pPr>
            <a:r>
              <a:rPr lang="no"/>
              <a:t>Clearly the standard</a:t>
            </a:r>
            <a:endParaRPr/>
          </a:p>
          <a:p>
            <a:pPr indent="0" lvl="0" marL="0" rtl="0" algn="l">
              <a:spcBef>
                <a:spcPts val="800"/>
              </a:spcBef>
              <a:spcAft>
                <a:spcPts val="0"/>
              </a:spcAft>
              <a:buNone/>
            </a:pPr>
            <a:r>
              <a:rPr lang="no"/>
              <a:t>matrix is more accurate.</a:t>
            </a:r>
            <a:endParaRPr/>
          </a:p>
        </p:txBody>
      </p:sp>
      <p:pic>
        <p:nvPicPr>
          <p:cNvPr id="311" name="Google Shape;311;p51"/>
          <p:cNvPicPr preferRelativeResize="0"/>
          <p:nvPr/>
        </p:nvPicPr>
        <p:blipFill>
          <a:blip r:embed="rId3">
            <a:alphaModFix/>
          </a:blip>
          <a:stretch>
            <a:fillRect/>
          </a:stretch>
        </p:blipFill>
        <p:spPr>
          <a:xfrm>
            <a:off x="3794397" y="990400"/>
            <a:ext cx="3747951" cy="37405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52"/>
          <p:cNvSpPr txBox="1"/>
          <p:nvPr>
            <p:ph type="title"/>
          </p:nvPr>
        </p:nvSpPr>
        <p:spPr>
          <a:xfrm>
            <a:off x="311700" y="445025"/>
            <a:ext cx="8520600" cy="5727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lang="no"/>
              <a:t>Q1 D</a:t>
            </a:r>
            <a:endParaRPr/>
          </a:p>
        </p:txBody>
      </p:sp>
      <p:sp>
        <p:nvSpPr>
          <p:cNvPr id="317" name="Google Shape;317;p52"/>
          <p:cNvSpPr txBox="1"/>
          <p:nvPr>
            <p:ph idx="1" type="body"/>
          </p:nvPr>
        </p:nvSpPr>
        <p:spPr>
          <a:xfrm>
            <a:off x="311700" y="1152475"/>
            <a:ext cx="8520600" cy="3416400"/>
          </a:xfrm>
          <a:prstGeom prst="rect">
            <a:avLst/>
          </a:prstGeom>
        </p:spPr>
        <p:txBody>
          <a:bodyPr anchorCtr="0" anchor="t" bIns="34275" lIns="67500" spcFirstLastPara="1" rIns="68575" wrap="square" tIns="34275">
            <a:normAutofit lnSpcReduction="10000"/>
          </a:bodyPr>
          <a:lstStyle/>
          <a:p>
            <a:pPr indent="0" lvl="0" marL="0" rtl="0" algn="l">
              <a:spcBef>
                <a:spcPts val="800"/>
              </a:spcBef>
              <a:spcAft>
                <a:spcPts val="0"/>
              </a:spcAft>
              <a:buNone/>
            </a:pPr>
            <a:r>
              <a:rPr lang="no"/>
              <a:t>Split O</a:t>
            </a:r>
            <a:r>
              <a:rPr baseline="-25000" lang="no"/>
              <a:t>1</a:t>
            </a:r>
            <a:r>
              <a:rPr lang="no"/>
              <a:t> and O</a:t>
            </a:r>
            <a:r>
              <a:rPr baseline="-25000" lang="no"/>
              <a:t>2</a:t>
            </a:r>
            <a:r>
              <a:rPr lang="no"/>
              <a:t> into 80-20 train-test.</a:t>
            </a:r>
            <a:endParaRPr/>
          </a:p>
          <a:p>
            <a:pPr indent="0" lvl="0" marL="0" rtl="0" algn="l">
              <a:spcBef>
                <a:spcPts val="800"/>
              </a:spcBef>
              <a:spcAft>
                <a:spcPts val="0"/>
              </a:spcAft>
              <a:buNone/>
            </a:pPr>
            <a:r>
              <a:rPr lang="no"/>
              <a:t>Fit scikit-learn MLPRegressor to </a:t>
            </a:r>
            <a:r>
              <a:rPr lang="no"/>
              <a:t>O</a:t>
            </a:r>
            <a:r>
              <a:rPr baseline="-25000" lang="no"/>
              <a:t>1</a:t>
            </a:r>
            <a:r>
              <a:rPr lang="no"/>
              <a:t> and O</a:t>
            </a:r>
            <a:r>
              <a:rPr baseline="-25000" lang="no"/>
              <a:t>2</a:t>
            </a:r>
            <a:r>
              <a:rPr lang="no"/>
              <a:t> train.</a:t>
            </a:r>
            <a:endParaRPr/>
          </a:p>
          <a:p>
            <a:pPr indent="0" lvl="0" marL="0" rtl="0" algn="l">
              <a:spcBef>
                <a:spcPts val="800"/>
              </a:spcBef>
              <a:spcAft>
                <a:spcPts val="0"/>
              </a:spcAft>
              <a:buNone/>
            </a:pPr>
            <a:r>
              <a:rPr lang="no"/>
              <a:t>Test model on O</a:t>
            </a:r>
            <a:r>
              <a:rPr baseline="-25000" lang="no"/>
              <a:t>1</a:t>
            </a:r>
            <a:r>
              <a:rPr lang="no"/>
              <a:t> test to get inferred O</a:t>
            </a:r>
            <a:r>
              <a:rPr baseline="-25000" lang="no"/>
              <a:t>2</a:t>
            </a:r>
            <a:r>
              <a:rPr lang="no"/>
              <a:t>*. </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a:p>
            <a:pPr indent="0" lvl="0" marL="0" rtl="0" algn="l">
              <a:spcBef>
                <a:spcPts val="800"/>
              </a:spcBef>
              <a:spcAft>
                <a:spcPts val="0"/>
              </a:spcAft>
              <a:buNone/>
            </a:pPr>
            <a:r>
              <a:rPr lang="no" u="sng">
                <a:solidFill>
                  <a:schemeClr val="hlink"/>
                </a:solidFill>
                <a:hlinkClick r:id="rId3"/>
              </a:rPr>
              <a:t>https://scikit-learn.org/stable/modules/generated/sklearn.neural_network.MLPRegressor.html</a:t>
            </a:r>
            <a:endParaRPr/>
          </a:p>
          <a:p>
            <a:pPr indent="0" lvl="0" marL="0" rtl="0" algn="l">
              <a:spcBef>
                <a:spcPts val="800"/>
              </a:spcBef>
              <a:spcAft>
                <a:spcPts val="0"/>
              </a:spcAft>
              <a:buNone/>
            </a:pPr>
            <a:r>
              <a:t/>
            </a:r>
            <a:endParaRPr/>
          </a:p>
        </p:txBody>
      </p:sp>
      <p:pic>
        <p:nvPicPr>
          <p:cNvPr id="318" name="Google Shape;318;p52"/>
          <p:cNvPicPr preferRelativeResize="0"/>
          <p:nvPr/>
        </p:nvPicPr>
        <p:blipFill>
          <a:blip r:embed="rId4">
            <a:alphaModFix/>
          </a:blip>
          <a:stretch>
            <a:fillRect/>
          </a:stretch>
        </p:blipFill>
        <p:spPr>
          <a:xfrm>
            <a:off x="694325" y="2493950"/>
            <a:ext cx="3638550" cy="733425"/>
          </a:xfrm>
          <a:prstGeom prst="rect">
            <a:avLst/>
          </a:prstGeom>
          <a:noFill/>
          <a:ln>
            <a:noFill/>
          </a:ln>
        </p:spPr>
      </p:pic>
      <p:pic>
        <p:nvPicPr>
          <p:cNvPr id="319" name="Google Shape;319;p52"/>
          <p:cNvPicPr preferRelativeResize="0"/>
          <p:nvPr/>
        </p:nvPicPr>
        <p:blipFill>
          <a:blip r:embed="rId5">
            <a:alphaModFix/>
          </a:blip>
          <a:stretch>
            <a:fillRect/>
          </a:stretch>
        </p:blipFill>
        <p:spPr>
          <a:xfrm>
            <a:off x="5389899" y="169775"/>
            <a:ext cx="3638551" cy="439910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53"/>
          <p:cNvSpPr txBox="1"/>
          <p:nvPr>
            <p:ph type="title"/>
          </p:nvPr>
        </p:nvSpPr>
        <p:spPr>
          <a:xfrm>
            <a:off x="311700" y="445025"/>
            <a:ext cx="8520600" cy="5727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t/>
            </a:r>
            <a:endParaRPr/>
          </a:p>
        </p:txBody>
      </p:sp>
      <p:sp>
        <p:nvSpPr>
          <p:cNvPr id="325" name="Google Shape;325;p53"/>
          <p:cNvSpPr txBox="1"/>
          <p:nvPr>
            <p:ph idx="1" type="body"/>
          </p:nvPr>
        </p:nvSpPr>
        <p:spPr>
          <a:xfrm>
            <a:off x="311700" y="1152475"/>
            <a:ext cx="8520600" cy="3416400"/>
          </a:xfrm>
          <a:prstGeom prst="rect">
            <a:avLst/>
          </a:prstGeom>
        </p:spPr>
        <p:txBody>
          <a:bodyPr anchorCtr="0" anchor="t" bIns="34275" lIns="67500" spcFirstLastPara="1" rIns="68575" wrap="square" tIns="34275">
            <a:normAutofit/>
          </a:bodyPr>
          <a:lstStyle/>
          <a:p>
            <a:pPr indent="0" lvl="0" marL="0" rtl="0" algn="l">
              <a:spcBef>
                <a:spcPts val="800"/>
              </a:spcBef>
              <a:spcAft>
                <a:spcPts val="0"/>
              </a:spcAft>
              <a:buNone/>
            </a:pPr>
            <a:r>
              <a:t/>
            </a:r>
            <a:endParaRPr/>
          </a:p>
        </p:txBody>
      </p:sp>
      <p:pic>
        <p:nvPicPr>
          <p:cNvPr id="326" name="Google Shape;326;p53"/>
          <p:cNvPicPr preferRelativeResize="0"/>
          <p:nvPr/>
        </p:nvPicPr>
        <p:blipFill>
          <a:blip r:embed="rId3">
            <a:alphaModFix/>
          </a:blip>
          <a:stretch>
            <a:fillRect/>
          </a:stretch>
        </p:blipFill>
        <p:spPr>
          <a:xfrm>
            <a:off x="1238250" y="338138"/>
            <a:ext cx="6667500" cy="44672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54"/>
          <p:cNvSpPr txBox="1"/>
          <p:nvPr>
            <p:ph type="title"/>
          </p:nvPr>
        </p:nvSpPr>
        <p:spPr>
          <a:xfrm>
            <a:off x="311700" y="445025"/>
            <a:ext cx="8520600" cy="5727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t/>
            </a:r>
            <a:endParaRPr/>
          </a:p>
        </p:txBody>
      </p:sp>
      <p:sp>
        <p:nvSpPr>
          <p:cNvPr id="332" name="Google Shape;332;p54"/>
          <p:cNvSpPr txBox="1"/>
          <p:nvPr>
            <p:ph idx="1" type="body"/>
          </p:nvPr>
        </p:nvSpPr>
        <p:spPr>
          <a:xfrm>
            <a:off x="311700" y="1152475"/>
            <a:ext cx="8520600" cy="3416400"/>
          </a:xfrm>
          <a:prstGeom prst="rect">
            <a:avLst/>
          </a:prstGeom>
        </p:spPr>
        <p:txBody>
          <a:bodyPr anchorCtr="0" anchor="t" bIns="34275" lIns="67500" spcFirstLastPara="1" rIns="68575" wrap="square" tIns="34275">
            <a:normAutofit/>
          </a:bodyPr>
          <a:lstStyle/>
          <a:p>
            <a:pPr indent="0" lvl="0" marL="0" rtl="0" algn="l">
              <a:spcBef>
                <a:spcPts val="800"/>
              </a:spcBef>
              <a:spcAft>
                <a:spcPts val="0"/>
              </a:spcAft>
              <a:buNone/>
            </a:pPr>
            <a:r>
              <a:t/>
            </a:r>
            <a:endParaRPr/>
          </a:p>
        </p:txBody>
      </p:sp>
      <p:pic>
        <p:nvPicPr>
          <p:cNvPr id="333" name="Google Shape;333;p54"/>
          <p:cNvPicPr preferRelativeResize="0"/>
          <p:nvPr/>
        </p:nvPicPr>
        <p:blipFill>
          <a:blip r:embed="rId3">
            <a:alphaModFix/>
          </a:blip>
          <a:stretch>
            <a:fillRect/>
          </a:stretch>
        </p:blipFill>
        <p:spPr>
          <a:xfrm>
            <a:off x="2059033" y="0"/>
            <a:ext cx="5025935" cy="5143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5"/>
          <p:cNvSpPr txBox="1"/>
          <p:nvPr>
            <p:ph type="title"/>
          </p:nvPr>
        </p:nvSpPr>
        <p:spPr>
          <a:xfrm>
            <a:off x="311700" y="445025"/>
            <a:ext cx="8520600" cy="5727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lang="no"/>
              <a:t>Q1 E (i)</a:t>
            </a:r>
            <a:endParaRPr/>
          </a:p>
        </p:txBody>
      </p:sp>
      <p:sp>
        <p:nvSpPr>
          <p:cNvPr id="339" name="Google Shape;339;p55"/>
          <p:cNvSpPr txBox="1"/>
          <p:nvPr>
            <p:ph idx="1" type="body"/>
          </p:nvPr>
        </p:nvSpPr>
        <p:spPr>
          <a:xfrm>
            <a:off x="311700" y="1152475"/>
            <a:ext cx="8520600" cy="3416400"/>
          </a:xfrm>
          <a:prstGeom prst="rect">
            <a:avLst/>
          </a:prstGeom>
        </p:spPr>
        <p:txBody>
          <a:bodyPr anchorCtr="0" anchor="t" bIns="34275" lIns="67500" spcFirstLastPara="1" rIns="68575" wrap="square" tIns="34275">
            <a:normAutofit/>
          </a:bodyPr>
          <a:lstStyle/>
          <a:p>
            <a:pPr indent="0" lvl="0" marL="0" rtl="0" algn="l">
              <a:spcBef>
                <a:spcPts val="800"/>
              </a:spcBef>
              <a:spcAft>
                <a:spcPts val="0"/>
              </a:spcAft>
              <a:buNone/>
            </a:pPr>
            <a:r>
              <a:rPr lang="no"/>
              <a:t>Mean Euclidean Error = 0.2107 meters</a:t>
            </a:r>
            <a:endParaRPr/>
          </a:p>
          <a:p>
            <a:pPr indent="0" lvl="0" marL="0" rtl="0" algn="l">
              <a:spcBef>
                <a:spcPts val="800"/>
              </a:spcBef>
              <a:spcAft>
                <a:spcPts val="0"/>
              </a:spcAft>
              <a:buNone/>
            </a:pPr>
            <a:r>
              <a:t/>
            </a:r>
            <a:endParaRPr/>
          </a:p>
          <a:p>
            <a:pPr indent="0" lvl="0" marL="0" rtl="0" algn="l">
              <a:spcBef>
                <a:spcPts val="800"/>
              </a:spcBef>
              <a:spcAft>
                <a:spcPts val="0"/>
              </a:spcAft>
              <a:buNone/>
            </a:pPr>
            <a:r>
              <a:rPr lang="no"/>
              <a:t>Root Mean Square Error = 0.5683 meters</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p:txBody>
      </p:sp>
      <p:pic>
        <p:nvPicPr>
          <p:cNvPr id="340" name="Google Shape;340;p55"/>
          <p:cNvPicPr preferRelativeResize="0"/>
          <p:nvPr/>
        </p:nvPicPr>
        <p:blipFill>
          <a:blip r:embed="rId3">
            <a:alphaModFix/>
          </a:blip>
          <a:stretch>
            <a:fillRect/>
          </a:stretch>
        </p:blipFill>
        <p:spPr>
          <a:xfrm>
            <a:off x="4623738" y="815863"/>
            <a:ext cx="4124325" cy="39909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56"/>
          <p:cNvSpPr txBox="1"/>
          <p:nvPr>
            <p:ph type="title"/>
          </p:nvPr>
        </p:nvSpPr>
        <p:spPr>
          <a:xfrm>
            <a:off x="311700" y="445025"/>
            <a:ext cx="8520600" cy="5727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lang="no"/>
              <a:t>Q1 E (ii)</a:t>
            </a:r>
            <a:endParaRPr/>
          </a:p>
        </p:txBody>
      </p:sp>
      <p:sp>
        <p:nvSpPr>
          <p:cNvPr id="346" name="Google Shape;346;p56"/>
          <p:cNvSpPr txBox="1"/>
          <p:nvPr>
            <p:ph idx="1" type="body"/>
          </p:nvPr>
        </p:nvSpPr>
        <p:spPr>
          <a:xfrm>
            <a:off x="311700" y="1152475"/>
            <a:ext cx="8520600" cy="3416400"/>
          </a:xfrm>
          <a:prstGeom prst="rect">
            <a:avLst/>
          </a:prstGeom>
        </p:spPr>
        <p:txBody>
          <a:bodyPr anchorCtr="0" anchor="t" bIns="34275" lIns="67500" spcFirstLastPara="1" rIns="68575" wrap="square" tIns="34275">
            <a:normAutofit/>
          </a:bodyPr>
          <a:lstStyle/>
          <a:p>
            <a:pPr indent="0" lvl="0" marL="0" rtl="0" algn="l">
              <a:spcBef>
                <a:spcPts val="800"/>
              </a:spcBef>
              <a:spcAft>
                <a:spcPts val="0"/>
              </a:spcAft>
              <a:buNone/>
            </a:pPr>
            <a:r>
              <a:rPr lang="no"/>
              <a:t>Mean Euclidean Error = 0.2325 meters</a:t>
            </a:r>
            <a:endParaRPr/>
          </a:p>
          <a:p>
            <a:pPr indent="0" lvl="0" marL="0" rtl="0" algn="l">
              <a:spcBef>
                <a:spcPts val="800"/>
              </a:spcBef>
              <a:spcAft>
                <a:spcPts val="0"/>
              </a:spcAft>
              <a:buNone/>
            </a:pPr>
            <a:r>
              <a:t/>
            </a:r>
            <a:endParaRPr/>
          </a:p>
          <a:p>
            <a:pPr indent="0" lvl="0" marL="0" rtl="0" algn="l">
              <a:spcBef>
                <a:spcPts val="800"/>
              </a:spcBef>
              <a:spcAft>
                <a:spcPts val="0"/>
              </a:spcAft>
              <a:buNone/>
            </a:pPr>
            <a:r>
              <a:rPr lang="no"/>
              <a:t>Root Mean Square Error = 0.6165 meters</a:t>
            </a:r>
            <a:endParaRPr/>
          </a:p>
          <a:p>
            <a:pPr indent="0" lvl="0" marL="0" rtl="0" algn="l">
              <a:spcBef>
                <a:spcPts val="800"/>
              </a:spcBef>
              <a:spcAft>
                <a:spcPts val="0"/>
              </a:spcAft>
              <a:buNone/>
            </a:pPr>
            <a:r>
              <a:t/>
            </a:r>
            <a:endParaRPr/>
          </a:p>
          <a:p>
            <a:pPr indent="0" lvl="0" marL="0" rtl="0" algn="l">
              <a:spcBef>
                <a:spcPts val="800"/>
              </a:spcBef>
              <a:spcAft>
                <a:spcPts val="0"/>
              </a:spcAft>
              <a:buNone/>
            </a:pPr>
            <a:r>
              <a:rPr lang="no"/>
              <a:t>Similar errors, but larger discrepancies</a:t>
            </a:r>
            <a:endParaRPr/>
          </a:p>
          <a:p>
            <a:pPr indent="0" lvl="0" marL="0" rtl="0" algn="l">
              <a:spcBef>
                <a:spcPts val="800"/>
              </a:spcBef>
              <a:spcAft>
                <a:spcPts val="0"/>
              </a:spcAft>
              <a:buNone/>
            </a:pPr>
            <a:r>
              <a:rPr lang="no"/>
              <a:t>likely due to smaller amount of points</a:t>
            </a:r>
            <a:endParaRPr/>
          </a:p>
          <a:p>
            <a:pPr indent="0" lvl="0" marL="0" rtl="0" algn="l">
              <a:spcBef>
                <a:spcPts val="800"/>
              </a:spcBef>
              <a:spcAft>
                <a:spcPts val="0"/>
              </a:spcAft>
              <a:buNone/>
            </a:pPr>
            <a:r>
              <a:rPr lang="no"/>
              <a:t>in test set than complete sets:</a:t>
            </a:r>
            <a:endParaRPr/>
          </a:p>
          <a:p>
            <a:pPr indent="0" lvl="0" marL="0" rtl="0" algn="l">
              <a:spcBef>
                <a:spcPts val="800"/>
              </a:spcBef>
              <a:spcAft>
                <a:spcPts val="0"/>
              </a:spcAft>
              <a:buNone/>
            </a:pPr>
            <a:r>
              <a:t/>
            </a:r>
            <a:endParaRPr/>
          </a:p>
          <a:p>
            <a:pPr indent="0" lvl="0" marL="0" rtl="0" algn="l">
              <a:spcBef>
                <a:spcPts val="800"/>
              </a:spcBef>
              <a:spcAft>
                <a:spcPts val="0"/>
              </a:spcAft>
              <a:buNone/>
            </a:pPr>
            <a:r>
              <a:rPr lang="no"/>
              <a:t>0.20 * 900 = 180</a:t>
            </a:r>
            <a:endParaRPr/>
          </a:p>
        </p:txBody>
      </p:sp>
      <p:pic>
        <p:nvPicPr>
          <p:cNvPr id="347" name="Google Shape;347;p56"/>
          <p:cNvPicPr preferRelativeResize="0"/>
          <p:nvPr/>
        </p:nvPicPr>
        <p:blipFill>
          <a:blip r:embed="rId3">
            <a:alphaModFix/>
          </a:blip>
          <a:stretch>
            <a:fillRect/>
          </a:stretch>
        </p:blipFill>
        <p:spPr>
          <a:xfrm>
            <a:off x="4655300" y="539800"/>
            <a:ext cx="4488700" cy="38828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7"/>
          <p:cNvSpPr txBox="1"/>
          <p:nvPr>
            <p:ph type="title"/>
          </p:nvPr>
        </p:nvSpPr>
        <p:spPr>
          <a:xfrm>
            <a:off x="311700" y="445025"/>
            <a:ext cx="8520600" cy="5727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lang="no"/>
              <a:t>Question 2</a:t>
            </a:r>
            <a:endParaRPr/>
          </a:p>
        </p:txBody>
      </p:sp>
      <p:sp>
        <p:nvSpPr>
          <p:cNvPr id="353" name="Google Shape;353;p57"/>
          <p:cNvSpPr txBox="1"/>
          <p:nvPr>
            <p:ph idx="1" type="body"/>
          </p:nvPr>
        </p:nvSpPr>
        <p:spPr>
          <a:xfrm>
            <a:off x="311700" y="1152475"/>
            <a:ext cx="8520600" cy="3416400"/>
          </a:xfrm>
          <a:prstGeom prst="rect">
            <a:avLst/>
          </a:prstGeom>
        </p:spPr>
        <p:txBody>
          <a:bodyPr anchorCtr="0" anchor="t" bIns="34275" lIns="67500" spcFirstLastPara="1" rIns="68575" wrap="square" tIns="34275">
            <a:normAutofit/>
          </a:bodyPr>
          <a:lstStyle/>
          <a:p>
            <a:pPr indent="-342900" lvl="0" marL="457200" rtl="0" algn="l">
              <a:spcBef>
                <a:spcPts val="800"/>
              </a:spcBef>
              <a:spcAft>
                <a:spcPts val="0"/>
              </a:spcAft>
              <a:buSzPts val="1800"/>
              <a:buChar char="●"/>
            </a:pPr>
            <a:r>
              <a:rPr lang="no"/>
              <a:t>Part A</a:t>
            </a:r>
            <a:endParaRPr/>
          </a:p>
          <a:p>
            <a:pPr indent="-342900" lvl="0" marL="457200" rtl="0" algn="l">
              <a:spcBef>
                <a:spcPts val="0"/>
              </a:spcBef>
              <a:spcAft>
                <a:spcPts val="0"/>
              </a:spcAft>
              <a:buSzPts val="1800"/>
              <a:buChar char="-"/>
            </a:pPr>
            <a:r>
              <a:rPr lang="no"/>
              <a:t>Find center of swinging load in point cloud</a:t>
            </a:r>
            <a:endParaRPr/>
          </a:p>
          <a:p>
            <a:pPr indent="-342900" lvl="0" marL="457200" rtl="0" algn="l">
              <a:spcBef>
                <a:spcPts val="0"/>
              </a:spcBef>
              <a:spcAft>
                <a:spcPts val="0"/>
              </a:spcAft>
              <a:buSzPts val="1800"/>
              <a:buChar char="-"/>
            </a:pPr>
            <a:r>
              <a:rPr lang="no"/>
              <a:t>Track center point</a:t>
            </a:r>
            <a:endParaRPr/>
          </a:p>
          <a:p>
            <a:pPr indent="-342900" lvl="0" marL="457200" rtl="0" algn="l">
              <a:spcBef>
                <a:spcPts val="0"/>
              </a:spcBef>
              <a:spcAft>
                <a:spcPts val="0"/>
              </a:spcAft>
              <a:buSzPts val="1800"/>
              <a:buChar char="-"/>
            </a:pPr>
            <a:r>
              <a:rPr lang="no"/>
              <a:t>Plot center point for all frames</a:t>
            </a:r>
            <a:endParaRPr/>
          </a:p>
          <a:p>
            <a:pPr indent="-342900" lvl="0" marL="457200" rtl="0" algn="l">
              <a:spcBef>
                <a:spcPts val="0"/>
              </a:spcBef>
              <a:spcAft>
                <a:spcPts val="0"/>
              </a:spcAft>
              <a:buSzPts val="1800"/>
              <a:buChar char="●"/>
            </a:pPr>
            <a:r>
              <a:rPr lang="no"/>
              <a:t>Part B</a:t>
            </a:r>
            <a:endParaRPr/>
          </a:p>
          <a:p>
            <a:pPr indent="-342900" lvl="0" marL="457200" rtl="0" algn="l">
              <a:spcBef>
                <a:spcPts val="0"/>
              </a:spcBef>
              <a:spcAft>
                <a:spcPts val="0"/>
              </a:spcAft>
              <a:buSzPts val="1800"/>
              <a:buChar char="-"/>
            </a:pPr>
            <a:r>
              <a:rPr lang="no"/>
              <a:t>Use KISS ICP to find pose of load in consecutive lidar frame</a:t>
            </a:r>
            <a:endParaRPr/>
          </a:p>
          <a:p>
            <a:pPr indent="0" lvl="0" marL="0" rtl="0" algn="l">
              <a:spcBef>
                <a:spcPts val="80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8"/>
          <p:cNvSpPr txBox="1"/>
          <p:nvPr>
            <p:ph type="title"/>
          </p:nvPr>
        </p:nvSpPr>
        <p:spPr>
          <a:xfrm>
            <a:off x="311700" y="445025"/>
            <a:ext cx="8520600" cy="5727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lang="no"/>
              <a:t>Q2 A</a:t>
            </a:r>
            <a:endParaRPr/>
          </a:p>
        </p:txBody>
      </p:sp>
      <p:sp>
        <p:nvSpPr>
          <p:cNvPr id="359" name="Google Shape;359;p58"/>
          <p:cNvSpPr txBox="1"/>
          <p:nvPr>
            <p:ph idx="1" type="body"/>
          </p:nvPr>
        </p:nvSpPr>
        <p:spPr>
          <a:xfrm>
            <a:off x="311700" y="1152475"/>
            <a:ext cx="8520600" cy="3416400"/>
          </a:xfrm>
          <a:prstGeom prst="rect">
            <a:avLst/>
          </a:prstGeom>
        </p:spPr>
        <p:txBody>
          <a:bodyPr anchorCtr="0" anchor="t" bIns="34275" lIns="67500" spcFirstLastPara="1" rIns="68575" wrap="square" tIns="34275">
            <a:normAutofit fontScale="85000" lnSpcReduction="20000"/>
          </a:bodyPr>
          <a:lstStyle/>
          <a:p>
            <a:pPr indent="0" lvl="0" marL="0" rtl="0" algn="l">
              <a:spcBef>
                <a:spcPts val="800"/>
              </a:spcBef>
              <a:spcAft>
                <a:spcPts val="0"/>
              </a:spcAft>
              <a:buNone/>
            </a:pPr>
            <a:r>
              <a:rPr lang="no" sz="1900"/>
              <a:t>Box is always within 180</a:t>
            </a:r>
            <a:r>
              <a:rPr baseline="30000" lang="no" sz="1900"/>
              <a:t>o</a:t>
            </a:r>
            <a:r>
              <a:rPr lang="no" sz="1900"/>
              <a:t> - 270</a:t>
            </a:r>
            <a:r>
              <a:rPr baseline="30000" lang="no" sz="1900"/>
              <a:t>o</a:t>
            </a:r>
            <a:r>
              <a:rPr lang="no" sz="1900"/>
              <a:t>.</a:t>
            </a:r>
            <a:endParaRPr sz="1900"/>
          </a:p>
          <a:p>
            <a:pPr indent="0" lvl="0" marL="0" rtl="0" algn="l">
              <a:spcBef>
                <a:spcPts val="800"/>
              </a:spcBef>
              <a:spcAft>
                <a:spcPts val="0"/>
              </a:spcAft>
              <a:buNone/>
            </a:pPr>
            <a:r>
              <a:rPr lang="no" sz="1900"/>
              <a:t>Filter away all points outside</a:t>
            </a:r>
            <a:endParaRPr sz="1900"/>
          </a:p>
          <a:p>
            <a:pPr indent="0" lvl="0" marL="0" rtl="0" algn="l">
              <a:spcBef>
                <a:spcPts val="800"/>
              </a:spcBef>
              <a:spcAft>
                <a:spcPts val="0"/>
              </a:spcAft>
              <a:buNone/>
            </a:pPr>
            <a:r>
              <a:rPr lang="no" sz="1900"/>
              <a:t>this range. </a:t>
            </a:r>
            <a:endParaRPr sz="1900"/>
          </a:p>
          <a:p>
            <a:pPr indent="0" lvl="0" marL="0" rtl="0" algn="l">
              <a:spcBef>
                <a:spcPts val="800"/>
              </a:spcBef>
              <a:spcAft>
                <a:spcPts val="0"/>
              </a:spcAft>
              <a:buNone/>
            </a:pPr>
            <a:r>
              <a:rPr lang="no" sz="1900"/>
              <a:t>Check which points have a</a:t>
            </a:r>
            <a:endParaRPr sz="1900"/>
          </a:p>
          <a:p>
            <a:pPr indent="0" lvl="0" marL="0" rtl="0" algn="l">
              <a:spcBef>
                <a:spcPts val="800"/>
              </a:spcBef>
              <a:spcAft>
                <a:spcPts val="0"/>
              </a:spcAft>
              <a:buNone/>
            </a:pPr>
            <a:r>
              <a:rPr lang="no" sz="1900"/>
              <a:t>changing depth value frame-to-</a:t>
            </a:r>
            <a:endParaRPr sz="1900"/>
          </a:p>
          <a:p>
            <a:pPr indent="0" lvl="0" marL="0" rtl="0" algn="l">
              <a:spcBef>
                <a:spcPts val="800"/>
              </a:spcBef>
              <a:spcAft>
                <a:spcPts val="0"/>
              </a:spcAft>
              <a:buNone/>
            </a:pPr>
            <a:r>
              <a:rPr lang="no" sz="1900"/>
              <a:t>frame, arrange all points in </a:t>
            </a:r>
            <a:endParaRPr sz="1900"/>
          </a:p>
          <a:p>
            <a:pPr indent="0" lvl="0" marL="0" rtl="0" algn="l">
              <a:spcBef>
                <a:spcPts val="800"/>
              </a:spcBef>
              <a:spcAft>
                <a:spcPts val="0"/>
              </a:spcAft>
              <a:buNone/>
            </a:pPr>
            <a:r>
              <a:rPr lang="no" sz="1900"/>
              <a:t>sequential array, median index </a:t>
            </a:r>
            <a:endParaRPr sz="1900"/>
          </a:p>
          <a:p>
            <a:pPr indent="0" lvl="0" marL="0" rtl="0" algn="l">
              <a:spcBef>
                <a:spcPts val="800"/>
              </a:spcBef>
              <a:spcAft>
                <a:spcPts val="0"/>
              </a:spcAft>
              <a:buNone/>
            </a:pPr>
            <a:r>
              <a:rPr lang="no" sz="1900"/>
              <a:t>point is center.</a:t>
            </a:r>
            <a:endParaRPr sz="1900"/>
          </a:p>
          <a:p>
            <a:pPr indent="0" lvl="0" marL="0" rtl="0" algn="l">
              <a:spcBef>
                <a:spcPts val="800"/>
              </a:spcBef>
              <a:spcAft>
                <a:spcPts val="0"/>
              </a:spcAft>
              <a:buNone/>
            </a:pPr>
            <a:r>
              <a:t/>
            </a:r>
            <a:endParaRPr sz="1900"/>
          </a:p>
          <a:p>
            <a:pPr indent="0" lvl="0" marL="0" rtl="0" algn="l">
              <a:spcBef>
                <a:spcPts val="800"/>
              </a:spcBef>
              <a:spcAft>
                <a:spcPts val="0"/>
              </a:spcAft>
              <a:buNone/>
            </a:pPr>
            <a:r>
              <a:rPr lang="no" sz="1900"/>
              <a:t>Plot this center point for all frames. </a:t>
            </a:r>
            <a:endParaRPr sz="1900"/>
          </a:p>
          <a:p>
            <a:pPr indent="0" lvl="0" marL="0" rtl="0" algn="l">
              <a:lnSpc>
                <a:spcPct val="135714"/>
              </a:lnSpc>
              <a:spcBef>
                <a:spcPts val="0"/>
              </a:spcBef>
              <a:spcAft>
                <a:spcPts val="0"/>
              </a:spcAft>
              <a:buNone/>
            </a:pPr>
            <a:r>
              <a:t/>
            </a:r>
            <a:endParaRPr sz="1900"/>
          </a:p>
          <a:p>
            <a:pPr indent="0" lvl="0" marL="0" rtl="0" algn="l">
              <a:lnSpc>
                <a:spcPct val="135714"/>
              </a:lnSpc>
              <a:spcBef>
                <a:spcPts val="0"/>
              </a:spcBef>
              <a:spcAft>
                <a:spcPts val="0"/>
              </a:spcAft>
              <a:buNone/>
            </a:pPr>
            <a:r>
              <a:t/>
            </a:r>
            <a:endParaRPr sz="1900"/>
          </a:p>
        </p:txBody>
      </p:sp>
      <p:pic>
        <p:nvPicPr>
          <p:cNvPr id="360" name="Google Shape;360;p58"/>
          <p:cNvPicPr preferRelativeResize="0"/>
          <p:nvPr/>
        </p:nvPicPr>
        <p:blipFill>
          <a:blip r:embed="rId3">
            <a:alphaModFix/>
          </a:blip>
          <a:stretch>
            <a:fillRect/>
          </a:stretch>
        </p:blipFill>
        <p:spPr>
          <a:xfrm>
            <a:off x="3671450" y="1152475"/>
            <a:ext cx="5421750" cy="28729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59"/>
          <p:cNvSpPr txBox="1"/>
          <p:nvPr>
            <p:ph type="title"/>
          </p:nvPr>
        </p:nvSpPr>
        <p:spPr>
          <a:xfrm>
            <a:off x="311700" y="445025"/>
            <a:ext cx="8520600" cy="5727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t/>
            </a:r>
            <a:endParaRPr/>
          </a:p>
        </p:txBody>
      </p:sp>
      <p:sp>
        <p:nvSpPr>
          <p:cNvPr id="366" name="Google Shape;366;p59"/>
          <p:cNvSpPr txBox="1"/>
          <p:nvPr>
            <p:ph idx="1" type="body"/>
          </p:nvPr>
        </p:nvSpPr>
        <p:spPr>
          <a:xfrm>
            <a:off x="311700" y="1174269"/>
            <a:ext cx="8520600" cy="3416400"/>
          </a:xfrm>
          <a:prstGeom prst="rect">
            <a:avLst/>
          </a:prstGeom>
        </p:spPr>
        <p:txBody>
          <a:bodyPr anchorCtr="0" anchor="t" bIns="34275" lIns="67500" spcFirstLastPara="1" rIns="68575" wrap="square" tIns="34275">
            <a:normAutofit lnSpcReduction="20000"/>
          </a:bodyPr>
          <a:lstStyle/>
          <a:p>
            <a:pPr indent="0" lvl="0" marL="0" rtl="0" algn="l">
              <a:spcBef>
                <a:spcPts val="800"/>
              </a:spcBef>
              <a:spcAft>
                <a:spcPts val="0"/>
              </a:spcAft>
              <a:buNone/>
            </a:pPr>
            <a:r>
              <a:rPr lang="no"/>
              <a:t>Possible alternative method would</a:t>
            </a:r>
            <a:endParaRPr/>
          </a:p>
          <a:p>
            <a:pPr indent="0" lvl="0" marL="0" rtl="0" algn="l">
              <a:spcBef>
                <a:spcPts val="800"/>
              </a:spcBef>
              <a:spcAft>
                <a:spcPts val="0"/>
              </a:spcAft>
              <a:buNone/>
            </a:pPr>
            <a:r>
              <a:rPr lang="no"/>
              <a:t>be to extract reflectivity and </a:t>
            </a:r>
            <a:endParaRPr/>
          </a:p>
          <a:p>
            <a:pPr indent="0" lvl="0" marL="0" rtl="0" algn="l">
              <a:spcBef>
                <a:spcPts val="800"/>
              </a:spcBef>
              <a:spcAft>
                <a:spcPts val="0"/>
              </a:spcAft>
              <a:buNone/>
            </a:pPr>
            <a:r>
              <a:rPr lang="no"/>
              <a:t>train new yolo model on box</a:t>
            </a:r>
            <a:endParaRPr/>
          </a:p>
          <a:p>
            <a:pPr indent="0" lvl="0" marL="0" rtl="0" algn="l">
              <a:spcBef>
                <a:spcPts val="800"/>
              </a:spcBef>
              <a:spcAft>
                <a:spcPts val="0"/>
              </a:spcAft>
              <a:buNone/>
            </a:pPr>
            <a:r>
              <a:rPr lang="no"/>
              <a:t>then get center coords from that</a:t>
            </a:r>
            <a:endParaRPr/>
          </a:p>
          <a:p>
            <a:pPr indent="0" lvl="0" marL="0" rtl="0" algn="l">
              <a:spcBef>
                <a:spcPts val="800"/>
              </a:spcBef>
              <a:spcAft>
                <a:spcPts val="0"/>
              </a:spcAft>
              <a:buNone/>
            </a:pPr>
            <a:r>
              <a:rPr lang="no"/>
              <a:t>bounding box.</a:t>
            </a:r>
            <a:endParaRPr/>
          </a:p>
          <a:p>
            <a:pPr indent="0" lvl="0" marL="0" rtl="0" algn="l">
              <a:spcBef>
                <a:spcPts val="800"/>
              </a:spcBef>
              <a:spcAft>
                <a:spcPts val="0"/>
              </a:spcAft>
              <a:buNone/>
            </a:pPr>
            <a:r>
              <a:rPr lang="no"/>
              <a:t>I’m too lazy to annotate more images.</a:t>
            </a:r>
            <a:endParaRPr/>
          </a:p>
          <a:p>
            <a:pPr indent="0" lvl="0" marL="0" rtl="0" algn="l">
              <a:spcBef>
                <a:spcPts val="800"/>
              </a:spcBef>
              <a:spcAft>
                <a:spcPts val="0"/>
              </a:spcAft>
              <a:buNone/>
            </a:pPr>
            <a:r>
              <a:rPr lang="no"/>
              <a:t>Mean over median could make </a:t>
            </a:r>
            <a:endParaRPr/>
          </a:p>
          <a:p>
            <a:pPr indent="0" lvl="0" marL="0" rtl="0" algn="l">
              <a:spcBef>
                <a:spcPts val="800"/>
              </a:spcBef>
              <a:spcAft>
                <a:spcPts val="0"/>
              </a:spcAft>
              <a:buNone/>
            </a:pPr>
            <a:r>
              <a:rPr lang="no"/>
              <a:t>estimations more concentrated </a:t>
            </a:r>
            <a:endParaRPr/>
          </a:p>
          <a:p>
            <a:pPr indent="0" lvl="0" marL="0" rtl="0" algn="l">
              <a:spcBef>
                <a:spcPts val="800"/>
              </a:spcBef>
              <a:spcAft>
                <a:spcPts val="0"/>
              </a:spcAft>
              <a:buNone/>
            </a:pPr>
            <a:r>
              <a:rPr lang="no"/>
              <a:t>though skewed.</a:t>
            </a:r>
            <a:endParaRPr/>
          </a:p>
          <a:p>
            <a:pPr indent="0" lvl="0" marL="0" rtl="0" algn="l">
              <a:spcBef>
                <a:spcPts val="800"/>
              </a:spcBef>
              <a:spcAft>
                <a:spcPts val="0"/>
              </a:spcAft>
              <a:buNone/>
            </a:pPr>
            <a:r>
              <a:t/>
            </a:r>
            <a:endParaRPr/>
          </a:p>
          <a:p>
            <a:pPr indent="0" lvl="0" marL="0" rtl="0" algn="l">
              <a:spcBef>
                <a:spcPts val="800"/>
              </a:spcBef>
              <a:spcAft>
                <a:spcPts val="0"/>
              </a:spcAft>
              <a:buNone/>
            </a:pPr>
            <a:r>
              <a:rPr lang="no" u="sng">
                <a:solidFill>
                  <a:schemeClr val="hlink"/>
                </a:solidFill>
                <a:hlinkClick r:id="rId3"/>
              </a:rPr>
              <a:t>https://ouster.com/insights/blog/object-detection-and-tracking-using-deep-learning-and-ouster-python-sdk</a:t>
            </a:r>
            <a:endParaRPr/>
          </a:p>
        </p:txBody>
      </p:sp>
      <p:pic>
        <p:nvPicPr>
          <p:cNvPr id="367" name="Google Shape;367;p59"/>
          <p:cNvPicPr preferRelativeResize="0"/>
          <p:nvPr/>
        </p:nvPicPr>
        <p:blipFill>
          <a:blip r:embed="rId4">
            <a:alphaModFix/>
          </a:blip>
          <a:stretch>
            <a:fillRect/>
          </a:stretch>
        </p:blipFill>
        <p:spPr>
          <a:xfrm>
            <a:off x="4572000" y="63600"/>
            <a:ext cx="4006650" cy="391432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60"/>
          <p:cNvSpPr txBox="1"/>
          <p:nvPr>
            <p:ph type="title"/>
          </p:nvPr>
        </p:nvSpPr>
        <p:spPr>
          <a:xfrm>
            <a:off x="311700" y="445025"/>
            <a:ext cx="8520600" cy="5727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lang="no"/>
              <a:t>Q2 B</a:t>
            </a:r>
            <a:endParaRPr/>
          </a:p>
        </p:txBody>
      </p:sp>
      <p:sp>
        <p:nvSpPr>
          <p:cNvPr id="373" name="Google Shape;373;p60"/>
          <p:cNvSpPr txBox="1"/>
          <p:nvPr>
            <p:ph idx="1" type="body"/>
          </p:nvPr>
        </p:nvSpPr>
        <p:spPr>
          <a:xfrm>
            <a:off x="311700" y="1152475"/>
            <a:ext cx="8520600" cy="3416400"/>
          </a:xfrm>
          <a:prstGeom prst="rect">
            <a:avLst/>
          </a:prstGeom>
        </p:spPr>
        <p:txBody>
          <a:bodyPr anchorCtr="0" anchor="t" bIns="34275" lIns="67500" spcFirstLastPara="1" rIns="68575" wrap="square" tIns="34275">
            <a:normAutofit/>
          </a:bodyPr>
          <a:lstStyle/>
          <a:p>
            <a:pPr indent="0" lvl="0" marL="0" rtl="0" algn="l">
              <a:spcBef>
                <a:spcPts val="800"/>
              </a:spcBef>
              <a:spcAft>
                <a:spcPts val="0"/>
              </a:spcAft>
              <a:buNone/>
            </a:pPr>
            <a:r>
              <a:rPr lang="no"/>
              <a:t>Did not understand what the question was asking of me to do. Dropped. </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p:txBody>
      </p:sp>
      <p:pic>
        <p:nvPicPr>
          <p:cNvPr id="374" name="Google Shape;374;p60"/>
          <p:cNvPicPr preferRelativeResize="0"/>
          <p:nvPr/>
        </p:nvPicPr>
        <p:blipFill>
          <a:blip r:embed="rId3">
            <a:alphaModFix/>
          </a:blip>
          <a:stretch>
            <a:fillRect/>
          </a:stretch>
        </p:blipFill>
        <p:spPr>
          <a:xfrm>
            <a:off x="1244475" y="1567775"/>
            <a:ext cx="6263875" cy="323305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61"/>
          <p:cNvSpPr txBox="1"/>
          <p:nvPr>
            <p:ph type="title"/>
          </p:nvPr>
        </p:nvSpPr>
        <p:spPr>
          <a:xfrm>
            <a:off x="311700" y="445025"/>
            <a:ext cx="8520600" cy="5727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lang="no"/>
              <a:t>Question 3</a:t>
            </a:r>
            <a:endParaRPr/>
          </a:p>
        </p:txBody>
      </p:sp>
      <p:sp>
        <p:nvSpPr>
          <p:cNvPr id="380" name="Google Shape;380;p61"/>
          <p:cNvSpPr txBox="1"/>
          <p:nvPr>
            <p:ph idx="1" type="body"/>
          </p:nvPr>
        </p:nvSpPr>
        <p:spPr>
          <a:xfrm>
            <a:off x="311700" y="1152475"/>
            <a:ext cx="8520600" cy="3416400"/>
          </a:xfrm>
          <a:prstGeom prst="rect">
            <a:avLst/>
          </a:prstGeom>
        </p:spPr>
        <p:txBody>
          <a:bodyPr anchorCtr="0" anchor="t" bIns="34275" lIns="67500" spcFirstLastPara="1" rIns="68575" wrap="square" tIns="34275">
            <a:normAutofit/>
          </a:bodyPr>
          <a:lstStyle/>
          <a:p>
            <a:pPr indent="-342900" lvl="0" marL="457200" rtl="0" algn="l">
              <a:spcBef>
                <a:spcPts val="800"/>
              </a:spcBef>
              <a:spcAft>
                <a:spcPts val="0"/>
              </a:spcAft>
              <a:buSzPts val="1800"/>
              <a:buChar char="●"/>
            </a:pPr>
            <a:r>
              <a:rPr lang="no"/>
              <a:t>Part A</a:t>
            </a:r>
            <a:endParaRPr/>
          </a:p>
          <a:p>
            <a:pPr indent="-342900" lvl="0" marL="457200" rtl="0" algn="l">
              <a:spcBef>
                <a:spcPts val="0"/>
              </a:spcBef>
              <a:spcAft>
                <a:spcPts val="0"/>
              </a:spcAft>
              <a:buSzPts val="1800"/>
              <a:buChar char="-"/>
            </a:pPr>
            <a:r>
              <a:rPr lang="no"/>
              <a:t>Get familiar with KITTI dataset</a:t>
            </a:r>
            <a:endParaRPr/>
          </a:p>
          <a:p>
            <a:pPr indent="-342900" lvl="0" marL="457200" rtl="0" algn="l">
              <a:spcBef>
                <a:spcPts val="0"/>
              </a:spcBef>
              <a:spcAft>
                <a:spcPts val="0"/>
              </a:spcAft>
              <a:buSzPts val="1800"/>
              <a:buChar char="●"/>
            </a:pPr>
            <a:r>
              <a:rPr lang="no"/>
              <a:t>Part B</a:t>
            </a:r>
            <a:endParaRPr/>
          </a:p>
          <a:p>
            <a:pPr indent="-342900" lvl="0" marL="457200" rtl="0" algn="l">
              <a:spcBef>
                <a:spcPts val="0"/>
              </a:spcBef>
              <a:spcAft>
                <a:spcPts val="0"/>
              </a:spcAft>
              <a:buSzPts val="1800"/>
              <a:buChar char="-"/>
            </a:pPr>
            <a:r>
              <a:rPr lang="no"/>
              <a:t>Utilize camera-lidar fusion</a:t>
            </a:r>
            <a:endParaRPr/>
          </a:p>
          <a:p>
            <a:pPr indent="-342900" lvl="0" marL="457200" rtl="0" algn="l">
              <a:spcBef>
                <a:spcPts val="0"/>
              </a:spcBef>
              <a:spcAft>
                <a:spcPts val="0"/>
              </a:spcAft>
              <a:buSzPts val="1800"/>
              <a:buChar char="-"/>
            </a:pPr>
            <a:r>
              <a:rPr b="1" lang="no"/>
              <a:t>Perform:</a:t>
            </a:r>
            <a:endParaRPr b="1"/>
          </a:p>
          <a:p>
            <a:pPr indent="-342900" lvl="0" marL="1828800" rtl="0" algn="l">
              <a:spcBef>
                <a:spcPts val="0"/>
              </a:spcBef>
              <a:spcAft>
                <a:spcPts val="0"/>
              </a:spcAft>
              <a:buSzPts val="1800"/>
              <a:buChar char="-"/>
            </a:pPr>
            <a:r>
              <a:rPr lang="no"/>
              <a:t>Projection</a:t>
            </a:r>
            <a:endParaRPr/>
          </a:p>
          <a:p>
            <a:pPr indent="-342900" lvl="0" marL="1828800" rtl="0" algn="l">
              <a:spcBef>
                <a:spcPts val="0"/>
              </a:spcBef>
              <a:spcAft>
                <a:spcPts val="0"/>
              </a:spcAft>
              <a:buSzPts val="1800"/>
              <a:buChar char="-"/>
            </a:pPr>
            <a:r>
              <a:rPr lang="no"/>
              <a:t>Detection</a:t>
            </a:r>
            <a:endParaRPr/>
          </a:p>
          <a:p>
            <a:pPr indent="-342900" lvl="0" marL="1828800" rtl="0" algn="l">
              <a:spcBef>
                <a:spcPts val="0"/>
              </a:spcBef>
              <a:spcAft>
                <a:spcPts val="0"/>
              </a:spcAft>
              <a:buSzPts val="1800"/>
              <a:buChar char="-"/>
            </a:pPr>
            <a:r>
              <a:rPr lang="no"/>
              <a:t>Evaluation</a:t>
            </a:r>
            <a:endParaRPr/>
          </a:p>
          <a:p>
            <a:pPr indent="0" lvl="0" marL="0" rtl="0" algn="l">
              <a:spcBef>
                <a:spcPts val="80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62"/>
          <p:cNvSpPr txBox="1"/>
          <p:nvPr>
            <p:ph type="title"/>
          </p:nvPr>
        </p:nvSpPr>
        <p:spPr>
          <a:xfrm>
            <a:off x="311700" y="445025"/>
            <a:ext cx="8520600" cy="5727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lang="no"/>
              <a:t>Q3 A</a:t>
            </a:r>
            <a:endParaRPr/>
          </a:p>
        </p:txBody>
      </p:sp>
      <p:sp>
        <p:nvSpPr>
          <p:cNvPr id="386" name="Google Shape;386;p62"/>
          <p:cNvSpPr txBox="1"/>
          <p:nvPr>
            <p:ph idx="1" type="body"/>
          </p:nvPr>
        </p:nvSpPr>
        <p:spPr>
          <a:xfrm>
            <a:off x="311700" y="1152475"/>
            <a:ext cx="8520600" cy="3416400"/>
          </a:xfrm>
          <a:prstGeom prst="rect">
            <a:avLst/>
          </a:prstGeom>
        </p:spPr>
        <p:txBody>
          <a:bodyPr anchorCtr="0" anchor="t" bIns="34275" lIns="67500" spcFirstLastPara="1" rIns="68575" wrap="square" tIns="34275">
            <a:normAutofit lnSpcReduction="20000"/>
          </a:bodyPr>
          <a:lstStyle/>
          <a:p>
            <a:pPr indent="0" lvl="0" marL="0" rtl="0" algn="l">
              <a:spcBef>
                <a:spcPts val="800"/>
              </a:spcBef>
              <a:spcAft>
                <a:spcPts val="0"/>
              </a:spcAft>
              <a:buNone/>
            </a:pPr>
            <a:r>
              <a:rPr lang="no"/>
              <a:t>The KITTI (Karlsruhe Institute of Technology and Toyota Technological Institute ) dataset is comprised of various sensor data collected from a moving vehicle used for model benchmarking for autonomous vehicles. </a:t>
            </a:r>
            <a:endParaRPr/>
          </a:p>
          <a:p>
            <a:pPr indent="0" lvl="0" marL="0" rtl="0" algn="l">
              <a:spcBef>
                <a:spcPts val="800"/>
              </a:spcBef>
              <a:spcAft>
                <a:spcPts val="0"/>
              </a:spcAft>
              <a:buNone/>
            </a:pPr>
            <a:r>
              <a:t/>
            </a:r>
            <a:endParaRPr/>
          </a:p>
          <a:p>
            <a:pPr indent="0" lvl="0" marL="0" rtl="0" algn="l">
              <a:spcBef>
                <a:spcPts val="800"/>
              </a:spcBef>
              <a:spcAft>
                <a:spcPts val="0"/>
              </a:spcAft>
              <a:buNone/>
            </a:pPr>
            <a:r>
              <a:rPr lang="no"/>
              <a:t>Captured on a VW station wagon outfitted with high quality camera, LiDAR and GPS. Contains over 6 hours of captured data, with for example ground truths for depth estimations through bounding boxes for object detection.</a:t>
            </a:r>
            <a:endParaRPr/>
          </a:p>
          <a:p>
            <a:pPr indent="0" lvl="0" marL="0" rtl="0" algn="l">
              <a:spcBef>
                <a:spcPts val="800"/>
              </a:spcBef>
              <a:spcAft>
                <a:spcPts val="0"/>
              </a:spcAft>
              <a:buNone/>
            </a:pPr>
            <a:r>
              <a:t/>
            </a:r>
            <a:endParaRPr/>
          </a:p>
          <a:p>
            <a:pPr indent="0" lvl="0" marL="0" rtl="0" algn="l">
              <a:spcBef>
                <a:spcPts val="800"/>
              </a:spcBef>
              <a:spcAft>
                <a:spcPts val="0"/>
              </a:spcAft>
              <a:buNone/>
            </a:pPr>
            <a:r>
              <a:rPr lang="no"/>
              <a:t>Our dataset is KITTI 3D Object Detection Dataset For PointPillars Algorithm by GaryMK:</a:t>
            </a:r>
            <a:endParaRPr/>
          </a:p>
          <a:p>
            <a:pPr indent="0" lvl="0" marL="0" rtl="0" algn="l">
              <a:spcBef>
                <a:spcPts val="800"/>
              </a:spcBef>
              <a:spcAft>
                <a:spcPts val="0"/>
              </a:spcAft>
              <a:buNone/>
            </a:pPr>
            <a:r>
              <a:t/>
            </a:r>
            <a:endParaRPr/>
          </a:p>
          <a:p>
            <a:pPr indent="0" lvl="0" marL="0" rtl="0" algn="l">
              <a:spcBef>
                <a:spcPts val="800"/>
              </a:spcBef>
              <a:spcAft>
                <a:spcPts val="0"/>
              </a:spcAft>
              <a:buNone/>
            </a:pPr>
            <a:r>
              <a:rPr lang="no" u="sng">
                <a:solidFill>
                  <a:schemeClr val="hlink"/>
                </a:solidFill>
                <a:hlinkClick r:id="rId3"/>
              </a:rPr>
              <a:t>https://www.kaggle.com/datasets/garymk/kitti-3d-object-detection-dataset</a:t>
            </a:r>
            <a:endParaRPr/>
          </a:p>
          <a:p>
            <a:pPr indent="0" lvl="0" marL="0" rtl="0" algn="l">
              <a:spcBef>
                <a:spcPts val="80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63"/>
          <p:cNvSpPr txBox="1"/>
          <p:nvPr>
            <p:ph type="title"/>
          </p:nvPr>
        </p:nvSpPr>
        <p:spPr>
          <a:xfrm>
            <a:off x="311700" y="445025"/>
            <a:ext cx="8520600" cy="5727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t/>
            </a:r>
            <a:endParaRPr/>
          </a:p>
        </p:txBody>
      </p:sp>
      <p:sp>
        <p:nvSpPr>
          <p:cNvPr id="392" name="Google Shape;392;p63"/>
          <p:cNvSpPr txBox="1"/>
          <p:nvPr>
            <p:ph idx="1" type="body"/>
          </p:nvPr>
        </p:nvSpPr>
        <p:spPr>
          <a:xfrm>
            <a:off x="311700" y="1152475"/>
            <a:ext cx="8520600" cy="3416400"/>
          </a:xfrm>
          <a:prstGeom prst="rect">
            <a:avLst/>
          </a:prstGeom>
        </p:spPr>
        <p:txBody>
          <a:bodyPr anchorCtr="0" anchor="t" bIns="34275" lIns="67500" spcFirstLastPara="1" rIns="68575" wrap="square" tIns="34275">
            <a:normAutofit/>
          </a:bodyPr>
          <a:lstStyle/>
          <a:p>
            <a:pPr indent="0" lvl="0" marL="0" rtl="0" algn="l">
              <a:spcBef>
                <a:spcPts val="800"/>
              </a:spcBef>
              <a:spcAft>
                <a:spcPts val="0"/>
              </a:spcAft>
              <a:buNone/>
            </a:pPr>
            <a:r>
              <a:rPr lang="no"/>
              <a:t>Training</a:t>
            </a:r>
            <a:r>
              <a:rPr lang="no"/>
              <a:t> dataset is broken down into 5 directories,</a:t>
            </a:r>
            <a:endParaRPr/>
          </a:p>
          <a:p>
            <a:pPr indent="0" lvl="0" marL="0" rtl="0" algn="l">
              <a:spcBef>
                <a:spcPts val="800"/>
              </a:spcBef>
              <a:spcAft>
                <a:spcPts val="0"/>
              </a:spcAft>
              <a:buNone/>
            </a:pPr>
            <a:r>
              <a:rPr lang="no"/>
              <a:t>echo</a:t>
            </a:r>
            <a:r>
              <a:rPr lang="no"/>
              <a:t> containing a file of xxxxxx.&lt;file&gt; template,</a:t>
            </a:r>
            <a:endParaRPr/>
          </a:p>
          <a:p>
            <a:pPr indent="0" lvl="0" marL="0" rtl="0" algn="l">
              <a:spcBef>
                <a:spcPts val="800"/>
              </a:spcBef>
              <a:spcAft>
                <a:spcPts val="0"/>
              </a:spcAft>
              <a:buNone/>
            </a:pPr>
            <a:r>
              <a:rPr lang="no"/>
              <a:t>specific to each folder type:</a:t>
            </a:r>
            <a:endParaRPr/>
          </a:p>
          <a:p>
            <a:pPr indent="0" lvl="0" marL="0" rtl="0" algn="l">
              <a:spcBef>
                <a:spcPts val="800"/>
              </a:spcBef>
              <a:spcAft>
                <a:spcPts val="0"/>
              </a:spcAft>
              <a:buNone/>
            </a:pPr>
            <a:r>
              <a:t/>
            </a:r>
            <a:endParaRPr/>
          </a:p>
          <a:p>
            <a:pPr indent="-342900" lvl="0" marL="457200" rtl="0" algn="l">
              <a:spcBef>
                <a:spcPts val="800"/>
              </a:spcBef>
              <a:spcAft>
                <a:spcPts val="0"/>
              </a:spcAft>
              <a:buSzPts val="1800"/>
              <a:buChar char="●"/>
            </a:pPr>
            <a:r>
              <a:rPr lang="no"/>
              <a:t>calib -&gt; .txt</a:t>
            </a:r>
            <a:endParaRPr/>
          </a:p>
          <a:p>
            <a:pPr indent="-342900" lvl="0" marL="457200" rtl="0" algn="l">
              <a:spcBef>
                <a:spcPts val="0"/>
              </a:spcBef>
              <a:spcAft>
                <a:spcPts val="0"/>
              </a:spcAft>
              <a:buSzPts val="1800"/>
              <a:buChar char="●"/>
            </a:pPr>
            <a:r>
              <a:rPr lang="no"/>
              <a:t>image_2 -&gt; .png</a:t>
            </a:r>
            <a:endParaRPr/>
          </a:p>
          <a:p>
            <a:pPr indent="-342900" lvl="0" marL="457200" rtl="0" algn="l">
              <a:spcBef>
                <a:spcPts val="0"/>
              </a:spcBef>
              <a:spcAft>
                <a:spcPts val="0"/>
              </a:spcAft>
              <a:buSzPts val="1800"/>
              <a:buChar char="●"/>
            </a:pPr>
            <a:r>
              <a:rPr lang="no"/>
              <a:t>label_2 -&gt; .txt</a:t>
            </a:r>
            <a:endParaRPr/>
          </a:p>
          <a:p>
            <a:pPr indent="-342900" lvl="0" marL="457200" rtl="0" algn="l">
              <a:spcBef>
                <a:spcPts val="0"/>
              </a:spcBef>
              <a:spcAft>
                <a:spcPts val="0"/>
              </a:spcAft>
              <a:buSzPts val="1800"/>
              <a:buChar char="●"/>
            </a:pPr>
            <a:r>
              <a:rPr lang="no"/>
              <a:t>velodyne -&gt; .bin</a:t>
            </a:r>
            <a:endParaRPr/>
          </a:p>
          <a:p>
            <a:pPr indent="-342900" lvl="0" marL="457200" rtl="0" algn="l">
              <a:spcBef>
                <a:spcPts val="0"/>
              </a:spcBef>
              <a:spcAft>
                <a:spcPts val="0"/>
              </a:spcAft>
              <a:buSzPts val="1800"/>
              <a:buChar char="●"/>
            </a:pPr>
            <a:r>
              <a:rPr lang="no"/>
              <a:t>velodyne_reduced -&gt; .bin</a:t>
            </a:r>
            <a:endParaRPr/>
          </a:p>
        </p:txBody>
      </p:sp>
      <p:pic>
        <p:nvPicPr>
          <p:cNvPr id="393" name="Google Shape;393;p63"/>
          <p:cNvPicPr preferRelativeResize="0"/>
          <p:nvPr/>
        </p:nvPicPr>
        <p:blipFill>
          <a:blip r:embed="rId3">
            <a:alphaModFix/>
          </a:blip>
          <a:stretch>
            <a:fillRect/>
          </a:stretch>
        </p:blipFill>
        <p:spPr>
          <a:xfrm>
            <a:off x="4338103" y="2205600"/>
            <a:ext cx="2515900" cy="20176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4"/>
          <p:cNvSpPr txBox="1"/>
          <p:nvPr>
            <p:ph type="title"/>
          </p:nvPr>
        </p:nvSpPr>
        <p:spPr>
          <a:xfrm>
            <a:off x="311700" y="445025"/>
            <a:ext cx="8520600" cy="5727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t/>
            </a:r>
            <a:endParaRPr/>
          </a:p>
        </p:txBody>
      </p:sp>
      <p:sp>
        <p:nvSpPr>
          <p:cNvPr id="399" name="Google Shape;399;p64"/>
          <p:cNvSpPr txBox="1"/>
          <p:nvPr>
            <p:ph idx="1" type="body"/>
          </p:nvPr>
        </p:nvSpPr>
        <p:spPr>
          <a:xfrm>
            <a:off x="311700" y="1152475"/>
            <a:ext cx="8520600" cy="3416400"/>
          </a:xfrm>
          <a:prstGeom prst="rect">
            <a:avLst/>
          </a:prstGeom>
        </p:spPr>
        <p:txBody>
          <a:bodyPr anchorCtr="0" anchor="t" bIns="34275" lIns="67500" spcFirstLastPara="1" rIns="68575" wrap="square" tIns="34275">
            <a:normAutofit/>
          </a:bodyPr>
          <a:lstStyle/>
          <a:p>
            <a:pPr indent="0" lvl="0" marL="0" rtl="0" algn="l">
              <a:spcBef>
                <a:spcPts val="800"/>
              </a:spcBef>
              <a:spcAft>
                <a:spcPts val="0"/>
              </a:spcAft>
              <a:buNone/>
            </a:pPr>
            <a:r>
              <a:rPr lang="no"/>
              <a:t>Image</a:t>
            </a:r>
            <a:endParaRPr/>
          </a:p>
        </p:txBody>
      </p:sp>
      <p:pic>
        <p:nvPicPr>
          <p:cNvPr id="400" name="Google Shape;400;p64"/>
          <p:cNvPicPr preferRelativeResize="0"/>
          <p:nvPr/>
        </p:nvPicPr>
        <p:blipFill>
          <a:blip r:embed="rId3">
            <a:alphaModFix/>
          </a:blip>
          <a:stretch>
            <a:fillRect/>
          </a:stretch>
        </p:blipFill>
        <p:spPr>
          <a:xfrm>
            <a:off x="152400" y="1804766"/>
            <a:ext cx="9143999" cy="276411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65"/>
          <p:cNvSpPr txBox="1"/>
          <p:nvPr>
            <p:ph type="title"/>
          </p:nvPr>
        </p:nvSpPr>
        <p:spPr>
          <a:xfrm>
            <a:off x="311700" y="445025"/>
            <a:ext cx="8520600" cy="5727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t/>
            </a:r>
            <a:endParaRPr/>
          </a:p>
        </p:txBody>
      </p:sp>
      <p:sp>
        <p:nvSpPr>
          <p:cNvPr id="406" name="Google Shape;406;p65"/>
          <p:cNvSpPr txBox="1"/>
          <p:nvPr>
            <p:ph idx="1" type="body"/>
          </p:nvPr>
        </p:nvSpPr>
        <p:spPr>
          <a:xfrm>
            <a:off x="311700" y="1152475"/>
            <a:ext cx="8520600" cy="3416400"/>
          </a:xfrm>
          <a:prstGeom prst="rect">
            <a:avLst/>
          </a:prstGeom>
        </p:spPr>
        <p:txBody>
          <a:bodyPr anchorCtr="0" anchor="t" bIns="34275" lIns="67500" spcFirstLastPara="1" rIns="68575" wrap="square" tIns="34275">
            <a:normAutofit/>
          </a:bodyPr>
          <a:lstStyle/>
          <a:p>
            <a:pPr indent="0" lvl="0" marL="0" rtl="0" algn="l">
              <a:spcBef>
                <a:spcPts val="800"/>
              </a:spcBef>
              <a:spcAft>
                <a:spcPts val="0"/>
              </a:spcAft>
              <a:buNone/>
            </a:pPr>
            <a:r>
              <a:rPr lang="no"/>
              <a:t>Calibration</a:t>
            </a:r>
            <a:endParaRPr/>
          </a:p>
        </p:txBody>
      </p:sp>
      <p:pic>
        <p:nvPicPr>
          <p:cNvPr id="407" name="Google Shape;407;p65"/>
          <p:cNvPicPr preferRelativeResize="0"/>
          <p:nvPr/>
        </p:nvPicPr>
        <p:blipFill>
          <a:blip r:embed="rId3">
            <a:alphaModFix/>
          </a:blip>
          <a:stretch>
            <a:fillRect/>
          </a:stretch>
        </p:blipFill>
        <p:spPr>
          <a:xfrm>
            <a:off x="0" y="1786704"/>
            <a:ext cx="9143999" cy="157009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66"/>
          <p:cNvSpPr txBox="1"/>
          <p:nvPr>
            <p:ph type="title"/>
          </p:nvPr>
        </p:nvSpPr>
        <p:spPr>
          <a:xfrm>
            <a:off x="311700" y="445025"/>
            <a:ext cx="8520600" cy="5727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t/>
            </a:r>
            <a:endParaRPr/>
          </a:p>
        </p:txBody>
      </p:sp>
      <p:sp>
        <p:nvSpPr>
          <p:cNvPr id="413" name="Google Shape;413;p66"/>
          <p:cNvSpPr txBox="1"/>
          <p:nvPr>
            <p:ph idx="1" type="body"/>
          </p:nvPr>
        </p:nvSpPr>
        <p:spPr>
          <a:xfrm>
            <a:off x="311700" y="1152475"/>
            <a:ext cx="8520600" cy="3416400"/>
          </a:xfrm>
          <a:prstGeom prst="rect">
            <a:avLst/>
          </a:prstGeom>
        </p:spPr>
        <p:txBody>
          <a:bodyPr anchorCtr="0" anchor="t" bIns="34275" lIns="67500" spcFirstLastPara="1" rIns="68575" wrap="square" tIns="34275">
            <a:normAutofit/>
          </a:bodyPr>
          <a:lstStyle/>
          <a:p>
            <a:pPr indent="0" lvl="0" marL="0" rtl="0" algn="l">
              <a:spcBef>
                <a:spcPts val="800"/>
              </a:spcBef>
              <a:spcAft>
                <a:spcPts val="0"/>
              </a:spcAft>
              <a:buNone/>
            </a:pPr>
            <a:r>
              <a:rPr lang="no"/>
              <a:t>Label</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a:p>
            <a:pPr indent="0" lvl="0" marL="0" rtl="0" algn="l">
              <a:spcBef>
                <a:spcPts val="800"/>
              </a:spcBef>
              <a:spcAft>
                <a:spcPts val="0"/>
              </a:spcAft>
              <a:buNone/>
            </a:pPr>
            <a:r>
              <a:rPr lang="no"/>
              <a:t>Can’t show raw binaries (</a:t>
            </a:r>
            <a:r>
              <a:rPr lang="no"/>
              <a:t>obviously</a:t>
            </a:r>
            <a:r>
              <a:rPr lang="no"/>
              <a:t>), but you get the idea. We </a:t>
            </a:r>
            <a:r>
              <a:rPr lang="no"/>
              <a:t>project</a:t>
            </a:r>
            <a:r>
              <a:rPr lang="no"/>
              <a:t> LiDAR data on top of images using Calibration, and use Label for ground truth. </a:t>
            </a:r>
            <a:endParaRPr/>
          </a:p>
        </p:txBody>
      </p:sp>
      <p:pic>
        <p:nvPicPr>
          <p:cNvPr id="414" name="Google Shape;414;p66"/>
          <p:cNvPicPr preferRelativeResize="0"/>
          <p:nvPr/>
        </p:nvPicPr>
        <p:blipFill>
          <a:blip r:embed="rId3">
            <a:alphaModFix/>
          </a:blip>
          <a:stretch>
            <a:fillRect/>
          </a:stretch>
        </p:blipFill>
        <p:spPr>
          <a:xfrm>
            <a:off x="0" y="1655995"/>
            <a:ext cx="9144001" cy="54543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67"/>
          <p:cNvSpPr txBox="1"/>
          <p:nvPr>
            <p:ph type="title"/>
          </p:nvPr>
        </p:nvSpPr>
        <p:spPr>
          <a:xfrm>
            <a:off x="311700" y="445025"/>
            <a:ext cx="8520600" cy="5727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lang="no"/>
              <a:t>Q3 B</a:t>
            </a:r>
            <a:endParaRPr/>
          </a:p>
        </p:txBody>
      </p:sp>
      <p:sp>
        <p:nvSpPr>
          <p:cNvPr id="420" name="Google Shape;420;p67"/>
          <p:cNvSpPr txBox="1"/>
          <p:nvPr>
            <p:ph idx="1" type="body"/>
          </p:nvPr>
        </p:nvSpPr>
        <p:spPr>
          <a:xfrm>
            <a:off x="311700" y="1152475"/>
            <a:ext cx="8520600" cy="3416400"/>
          </a:xfrm>
          <a:prstGeom prst="rect">
            <a:avLst/>
          </a:prstGeom>
        </p:spPr>
        <p:txBody>
          <a:bodyPr anchorCtr="0" anchor="t" bIns="34275" lIns="67500" spcFirstLastPara="1" rIns="68575" wrap="square" tIns="34275">
            <a:normAutofit/>
          </a:bodyPr>
          <a:lstStyle/>
          <a:p>
            <a:pPr indent="0" lvl="0" marL="0" rtl="0" algn="l">
              <a:spcBef>
                <a:spcPts val="800"/>
              </a:spcBef>
              <a:spcAft>
                <a:spcPts val="0"/>
              </a:spcAft>
              <a:buNone/>
            </a:pPr>
            <a:r>
              <a:rPr lang="no"/>
              <a:t>Calibration files and label files are of greatest interest for fusion. Allows for projection and “overlays” of LiDAR data on top of image data and then estimation of depth through median depth averaging of LiDAR points within ground truth bounding box (same approach as Q2A but now with given bounding boxes). </a:t>
            </a:r>
            <a:br>
              <a:rPr lang="no"/>
            </a:br>
            <a:br>
              <a:rPr lang="no"/>
            </a:br>
            <a:r>
              <a:rPr lang="no"/>
              <a:t>Use label 3D bounding box as ground truth for depth and position of ROI and compare versus LiDAR points within said box.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68"/>
          <p:cNvSpPr txBox="1"/>
          <p:nvPr>
            <p:ph type="title"/>
          </p:nvPr>
        </p:nvSpPr>
        <p:spPr>
          <a:xfrm>
            <a:off x="311700" y="445025"/>
            <a:ext cx="8520600" cy="5727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t/>
            </a:r>
            <a:endParaRPr/>
          </a:p>
        </p:txBody>
      </p:sp>
      <p:sp>
        <p:nvSpPr>
          <p:cNvPr id="426" name="Google Shape;426;p68"/>
          <p:cNvSpPr txBox="1"/>
          <p:nvPr>
            <p:ph idx="1" type="body"/>
          </p:nvPr>
        </p:nvSpPr>
        <p:spPr>
          <a:xfrm>
            <a:off x="311700" y="1152475"/>
            <a:ext cx="8520600" cy="3416400"/>
          </a:xfrm>
          <a:prstGeom prst="rect">
            <a:avLst/>
          </a:prstGeom>
        </p:spPr>
        <p:txBody>
          <a:bodyPr anchorCtr="0" anchor="t" bIns="34275" lIns="67500" spcFirstLastPara="1" rIns="68575" wrap="square" tIns="34275">
            <a:normAutofit/>
          </a:bodyPr>
          <a:lstStyle/>
          <a:p>
            <a:pPr indent="0" lvl="0" marL="0" rtl="0" algn="l">
              <a:spcBef>
                <a:spcPts val="800"/>
              </a:spcBef>
              <a:spcAft>
                <a:spcPts val="0"/>
              </a:spcAft>
              <a:buNone/>
            </a:pPr>
            <a:r>
              <a:t/>
            </a:r>
            <a:endParaRPr/>
          </a:p>
        </p:txBody>
      </p:sp>
      <p:pic>
        <p:nvPicPr>
          <p:cNvPr id="427" name="Google Shape;427;p68"/>
          <p:cNvPicPr preferRelativeResize="0"/>
          <p:nvPr/>
        </p:nvPicPr>
        <p:blipFill>
          <a:blip r:embed="rId3">
            <a:alphaModFix/>
          </a:blip>
          <a:stretch>
            <a:fillRect/>
          </a:stretch>
        </p:blipFill>
        <p:spPr>
          <a:xfrm>
            <a:off x="0" y="-11"/>
            <a:ext cx="9144000" cy="457198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69"/>
          <p:cNvSpPr txBox="1"/>
          <p:nvPr>
            <p:ph type="title"/>
          </p:nvPr>
        </p:nvSpPr>
        <p:spPr>
          <a:xfrm>
            <a:off x="311700" y="445025"/>
            <a:ext cx="8520600" cy="5727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t/>
            </a:r>
            <a:endParaRPr/>
          </a:p>
        </p:txBody>
      </p:sp>
      <p:sp>
        <p:nvSpPr>
          <p:cNvPr id="433" name="Google Shape;433;p69"/>
          <p:cNvSpPr txBox="1"/>
          <p:nvPr>
            <p:ph idx="1" type="body"/>
          </p:nvPr>
        </p:nvSpPr>
        <p:spPr>
          <a:xfrm>
            <a:off x="311700" y="1152475"/>
            <a:ext cx="8520600" cy="3416400"/>
          </a:xfrm>
          <a:prstGeom prst="rect">
            <a:avLst/>
          </a:prstGeom>
        </p:spPr>
        <p:txBody>
          <a:bodyPr anchorCtr="0" anchor="t" bIns="34275" lIns="67500" spcFirstLastPara="1" rIns="68575" wrap="square" tIns="34275">
            <a:normAutofit/>
          </a:bodyPr>
          <a:lstStyle/>
          <a:p>
            <a:pPr indent="0" lvl="0" marL="0" rtl="0" algn="l">
              <a:spcBef>
                <a:spcPts val="800"/>
              </a:spcBef>
              <a:spcAft>
                <a:spcPts val="0"/>
              </a:spcAft>
              <a:buNone/>
            </a:pPr>
            <a:r>
              <a:t/>
            </a:r>
            <a:endParaRPr/>
          </a:p>
        </p:txBody>
      </p:sp>
      <p:pic>
        <p:nvPicPr>
          <p:cNvPr id="434" name="Google Shape;434;p69"/>
          <p:cNvPicPr preferRelativeResize="0"/>
          <p:nvPr/>
        </p:nvPicPr>
        <p:blipFill>
          <a:blip r:embed="rId3">
            <a:alphaModFix/>
          </a:blip>
          <a:stretch>
            <a:fillRect/>
          </a:stretch>
        </p:blipFill>
        <p:spPr>
          <a:xfrm>
            <a:off x="0" y="0"/>
            <a:ext cx="9144000" cy="45720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70"/>
          <p:cNvSpPr txBox="1"/>
          <p:nvPr>
            <p:ph type="title"/>
          </p:nvPr>
        </p:nvSpPr>
        <p:spPr>
          <a:xfrm>
            <a:off x="311700" y="445025"/>
            <a:ext cx="8520600" cy="5727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t/>
            </a:r>
            <a:endParaRPr/>
          </a:p>
        </p:txBody>
      </p:sp>
      <p:sp>
        <p:nvSpPr>
          <p:cNvPr id="440" name="Google Shape;440;p70"/>
          <p:cNvSpPr txBox="1"/>
          <p:nvPr>
            <p:ph idx="1" type="body"/>
          </p:nvPr>
        </p:nvSpPr>
        <p:spPr>
          <a:xfrm>
            <a:off x="311700" y="1152475"/>
            <a:ext cx="8520600" cy="3416400"/>
          </a:xfrm>
          <a:prstGeom prst="rect">
            <a:avLst/>
          </a:prstGeom>
        </p:spPr>
        <p:txBody>
          <a:bodyPr anchorCtr="0" anchor="t" bIns="34275" lIns="67500" spcFirstLastPara="1" rIns="68575" wrap="square" tIns="34275">
            <a:normAutofit/>
          </a:bodyPr>
          <a:lstStyle/>
          <a:p>
            <a:pPr indent="0" lvl="0" marL="0" rtl="0" algn="l">
              <a:spcBef>
                <a:spcPts val="800"/>
              </a:spcBef>
              <a:spcAft>
                <a:spcPts val="0"/>
              </a:spcAft>
              <a:buNone/>
            </a:pPr>
            <a:r>
              <a:t/>
            </a:r>
            <a:endParaRPr/>
          </a:p>
        </p:txBody>
      </p:sp>
      <p:pic>
        <p:nvPicPr>
          <p:cNvPr id="441" name="Google Shape;441;p70"/>
          <p:cNvPicPr preferRelativeResize="0"/>
          <p:nvPr/>
        </p:nvPicPr>
        <p:blipFill>
          <a:blip r:embed="rId3">
            <a:alphaModFix/>
          </a:blip>
          <a:stretch>
            <a:fillRect/>
          </a:stretch>
        </p:blipFill>
        <p:spPr>
          <a:xfrm>
            <a:off x="0" y="46000"/>
            <a:ext cx="9144000" cy="45720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71"/>
          <p:cNvSpPr txBox="1"/>
          <p:nvPr>
            <p:ph type="title"/>
          </p:nvPr>
        </p:nvSpPr>
        <p:spPr>
          <a:xfrm>
            <a:off x="311700" y="445025"/>
            <a:ext cx="8520600" cy="5727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t/>
            </a:r>
            <a:endParaRPr/>
          </a:p>
        </p:txBody>
      </p:sp>
      <p:sp>
        <p:nvSpPr>
          <p:cNvPr id="447" name="Google Shape;447;p71"/>
          <p:cNvSpPr txBox="1"/>
          <p:nvPr>
            <p:ph idx="1" type="body"/>
          </p:nvPr>
        </p:nvSpPr>
        <p:spPr>
          <a:xfrm>
            <a:off x="311700" y="1152475"/>
            <a:ext cx="8520600" cy="3416400"/>
          </a:xfrm>
          <a:prstGeom prst="rect">
            <a:avLst/>
          </a:prstGeom>
        </p:spPr>
        <p:txBody>
          <a:bodyPr anchorCtr="0" anchor="t" bIns="34275" lIns="67500" spcFirstLastPara="1" rIns="68575" wrap="square" tIns="34275">
            <a:normAutofit/>
          </a:bodyPr>
          <a:lstStyle/>
          <a:p>
            <a:pPr indent="0" lvl="0" marL="0" rtl="0" algn="l">
              <a:spcBef>
                <a:spcPts val="800"/>
              </a:spcBef>
              <a:spcAft>
                <a:spcPts val="0"/>
              </a:spcAft>
              <a:buNone/>
            </a:pPr>
            <a:r>
              <a:t/>
            </a:r>
            <a:endParaRPr/>
          </a:p>
        </p:txBody>
      </p:sp>
      <p:pic>
        <p:nvPicPr>
          <p:cNvPr id="448" name="Google Shape;448;p71"/>
          <p:cNvPicPr preferRelativeResize="0"/>
          <p:nvPr/>
        </p:nvPicPr>
        <p:blipFill>
          <a:blip r:embed="rId3">
            <a:alphaModFix/>
          </a:blip>
          <a:stretch>
            <a:fillRect/>
          </a:stretch>
        </p:blipFill>
        <p:spPr>
          <a:xfrm>
            <a:off x="0" y="-12"/>
            <a:ext cx="9144000" cy="4571987"/>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2"/>
          <p:cNvSpPr txBox="1"/>
          <p:nvPr>
            <p:ph type="title"/>
          </p:nvPr>
        </p:nvSpPr>
        <p:spPr>
          <a:xfrm>
            <a:off x="311700" y="445025"/>
            <a:ext cx="8520600" cy="5727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t/>
            </a:r>
            <a:endParaRPr/>
          </a:p>
        </p:txBody>
      </p:sp>
      <p:sp>
        <p:nvSpPr>
          <p:cNvPr id="454" name="Google Shape;454;p72"/>
          <p:cNvSpPr txBox="1"/>
          <p:nvPr>
            <p:ph idx="1" type="body"/>
          </p:nvPr>
        </p:nvSpPr>
        <p:spPr>
          <a:xfrm>
            <a:off x="311700" y="1152475"/>
            <a:ext cx="8520600" cy="3416400"/>
          </a:xfrm>
          <a:prstGeom prst="rect">
            <a:avLst/>
          </a:prstGeom>
        </p:spPr>
        <p:txBody>
          <a:bodyPr anchorCtr="0" anchor="t" bIns="34275" lIns="67500" spcFirstLastPara="1" rIns="68575" wrap="square" tIns="34275">
            <a:normAutofit/>
          </a:bodyPr>
          <a:lstStyle/>
          <a:p>
            <a:pPr indent="0" lvl="0" marL="0" rtl="0" algn="l">
              <a:spcBef>
                <a:spcPts val="800"/>
              </a:spcBef>
              <a:spcAft>
                <a:spcPts val="0"/>
              </a:spcAft>
              <a:buNone/>
            </a:pPr>
            <a:r>
              <a:t/>
            </a:r>
            <a:endParaRPr/>
          </a:p>
        </p:txBody>
      </p:sp>
      <p:pic>
        <p:nvPicPr>
          <p:cNvPr id="455" name="Google Shape;455;p72"/>
          <p:cNvPicPr preferRelativeResize="0"/>
          <p:nvPr/>
        </p:nvPicPr>
        <p:blipFill>
          <a:blip r:embed="rId3">
            <a:alphaModFix/>
          </a:blip>
          <a:stretch>
            <a:fillRect/>
          </a:stretch>
        </p:blipFill>
        <p:spPr>
          <a:xfrm>
            <a:off x="0" y="0"/>
            <a:ext cx="9144000" cy="45720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73"/>
          <p:cNvSpPr txBox="1"/>
          <p:nvPr>
            <p:ph type="title"/>
          </p:nvPr>
        </p:nvSpPr>
        <p:spPr>
          <a:xfrm>
            <a:off x="311700" y="445025"/>
            <a:ext cx="8520600" cy="5727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lang="no"/>
              <a:t>Question 4</a:t>
            </a:r>
            <a:endParaRPr/>
          </a:p>
        </p:txBody>
      </p:sp>
      <p:sp>
        <p:nvSpPr>
          <p:cNvPr id="461" name="Google Shape;461;p73"/>
          <p:cNvSpPr txBox="1"/>
          <p:nvPr>
            <p:ph idx="1" type="body"/>
          </p:nvPr>
        </p:nvSpPr>
        <p:spPr>
          <a:xfrm>
            <a:off x="311700" y="1152475"/>
            <a:ext cx="8520600" cy="3416400"/>
          </a:xfrm>
          <a:prstGeom prst="rect">
            <a:avLst/>
          </a:prstGeom>
        </p:spPr>
        <p:txBody>
          <a:bodyPr anchorCtr="0" anchor="t" bIns="34275" lIns="67500" spcFirstLastPara="1" rIns="68575" wrap="square" tIns="34275">
            <a:normAutofit/>
          </a:bodyPr>
          <a:lstStyle/>
          <a:p>
            <a:pPr indent="0" lvl="0" marL="0" rtl="0" algn="l">
              <a:spcBef>
                <a:spcPts val="800"/>
              </a:spcBef>
              <a:spcAft>
                <a:spcPts val="0"/>
              </a:spcAft>
              <a:buNone/>
            </a:pPr>
            <a:r>
              <a:rPr lang="no"/>
              <a:t>Uh oh </a:t>
            </a:r>
            <a:r>
              <a:rPr lang="no"/>
              <a:t>:(</a:t>
            </a:r>
            <a:endParaRPr/>
          </a:p>
          <a:p>
            <a:pPr indent="0" lvl="0" marL="0" rtl="0" algn="l">
              <a:spcBef>
                <a:spcPts val="800"/>
              </a:spcBef>
              <a:spcAft>
                <a:spcPts val="0"/>
              </a:spcAft>
              <a:buNone/>
            </a:pPr>
            <a:r>
              <a:t/>
            </a:r>
            <a:endParaRPr/>
          </a:p>
        </p:txBody>
      </p:sp>
      <p:pic>
        <p:nvPicPr>
          <p:cNvPr id="462" name="Google Shape;462;p73"/>
          <p:cNvPicPr preferRelativeResize="0"/>
          <p:nvPr/>
        </p:nvPicPr>
        <p:blipFill>
          <a:blip r:embed="rId3">
            <a:alphaModFix/>
          </a:blip>
          <a:stretch>
            <a:fillRect/>
          </a:stretch>
        </p:blipFill>
        <p:spPr>
          <a:xfrm>
            <a:off x="2332175" y="1527175"/>
            <a:ext cx="4305300" cy="26670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74"/>
          <p:cNvSpPr txBox="1"/>
          <p:nvPr>
            <p:ph type="title"/>
          </p:nvPr>
        </p:nvSpPr>
        <p:spPr>
          <a:xfrm>
            <a:off x="311700" y="445025"/>
            <a:ext cx="8520600" cy="5727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t/>
            </a:r>
            <a:endParaRPr/>
          </a:p>
        </p:txBody>
      </p:sp>
      <p:sp>
        <p:nvSpPr>
          <p:cNvPr id="468" name="Google Shape;468;p74"/>
          <p:cNvSpPr txBox="1"/>
          <p:nvPr>
            <p:ph idx="1" type="body"/>
          </p:nvPr>
        </p:nvSpPr>
        <p:spPr>
          <a:xfrm>
            <a:off x="311700" y="863550"/>
            <a:ext cx="8520600" cy="3416400"/>
          </a:xfrm>
          <a:prstGeom prst="rect">
            <a:avLst/>
          </a:prstGeom>
        </p:spPr>
        <p:txBody>
          <a:bodyPr anchorCtr="0" anchor="t" bIns="34275" lIns="67500" spcFirstLastPara="1" rIns="68575" wrap="square" tIns="34275">
            <a:normAutofit/>
          </a:bodyPr>
          <a:lstStyle/>
          <a:p>
            <a:pPr indent="0" lvl="0" marL="0" rtl="0" algn="l">
              <a:spcBef>
                <a:spcPts val="800"/>
              </a:spcBef>
              <a:spcAft>
                <a:spcPts val="0"/>
              </a:spcAft>
              <a:buNone/>
            </a:pPr>
            <a:r>
              <a:rPr lang="no"/>
              <a:t>Frozen, cannot perform task</a:t>
            </a:r>
            <a:endParaRPr/>
          </a:p>
        </p:txBody>
      </p:sp>
      <p:pic>
        <p:nvPicPr>
          <p:cNvPr id="469" name="Google Shape;469;p74"/>
          <p:cNvPicPr preferRelativeResize="0"/>
          <p:nvPr/>
        </p:nvPicPr>
        <p:blipFill>
          <a:blip r:embed="rId3">
            <a:alphaModFix/>
          </a:blip>
          <a:stretch>
            <a:fillRect/>
          </a:stretch>
        </p:blipFill>
        <p:spPr>
          <a:xfrm>
            <a:off x="0" y="1288846"/>
            <a:ext cx="9143999" cy="3339808"/>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75"/>
          <p:cNvSpPr txBox="1"/>
          <p:nvPr>
            <p:ph type="title"/>
          </p:nvPr>
        </p:nvSpPr>
        <p:spPr>
          <a:xfrm>
            <a:off x="311700" y="445025"/>
            <a:ext cx="8520600" cy="5727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lang="no"/>
              <a:t>References</a:t>
            </a:r>
            <a:endParaRPr/>
          </a:p>
        </p:txBody>
      </p:sp>
      <p:sp>
        <p:nvSpPr>
          <p:cNvPr id="475" name="Google Shape;475;p75"/>
          <p:cNvSpPr txBox="1"/>
          <p:nvPr>
            <p:ph idx="1" type="body"/>
          </p:nvPr>
        </p:nvSpPr>
        <p:spPr>
          <a:xfrm>
            <a:off x="311700" y="1152475"/>
            <a:ext cx="8520600" cy="3416400"/>
          </a:xfrm>
          <a:prstGeom prst="rect">
            <a:avLst/>
          </a:prstGeom>
        </p:spPr>
        <p:txBody>
          <a:bodyPr anchorCtr="0" anchor="t" bIns="34275" lIns="67500" spcFirstLastPara="1" rIns="68575" wrap="square" tIns="34275">
            <a:normAutofit/>
          </a:bodyPr>
          <a:lstStyle/>
          <a:p>
            <a:pPr indent="0" lvl="0" marL="0" rtl="0" algn="l">
              <a:spcBef>
                <a:spcPts val="800"/>
              </a:spcBef>
              <a:spcAft>
                <a:spcPts val="0"/>
              </a:spcAft>
              <a:buNone/>
            </a:pPr>
            <a:r>
              <a:rPr lang="no"/>
              <a:t>Repository: </a:t>
            </a:r>
            <a:r>
              <a:rPr lang="no" u="sng">
                <a:solidFill>
                  <a:schemeClr val="hlink"/>
                </a:solidFill>
                <a:hlinkClick r:id="rId3"/>
              </a:rPr>
              <a:t>https://github.com/BjarkanDev/MAS512</a:t>
            </a:r>
            <a:endParaRPr/>
          </a:p>
          <a:p>
            <a:pPr indent="0" lvl="0" marL="0" rtl="0" algn="l">
              <a:spcBef>
                <a:spcPts val="8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UiA - Lys">
  <a:themeElements>
    <a:clrScheme name="Egendefinert 1">
      <a:dk1>
        <a:srgbClr val="1B2343"/>
      </a:dk1>
      <a:lt1>
        <a:srgbClr val="FFFFFF"/>
      </a:lt1>
      <a:dk2>
        <a:srgbClr val="44546A"/>
      </a:dk2>
      <a:lt2>
        <a:srgbClr val="F7ECDD"/>
      </a:lt2>
      <a:accent1>
        <a:srgbClr val="561A19"/>
      </a:accent1>
      <a:accent2>
        <a:srgbClr val="811516"/>
      </a:accent2>
      <a:accent3>
        <a:srgbClr val="DF001D"/>
      </a:accent3>
      <a:accent4>
        <a:srgbClr val="E25F75"/>
      </a:accent4>
      <a:accent5>
        <a:srgbClr val="EB96A3"/>
      </a:accent5>
      <a:accent6>
        <a:srgbClr val="F3C5CC"/>
      </a:accent6>
      <a:hlink>
        <a:srgbClr val="C71837"/>
      </a:hlink>
      <a:folHlink>
        <a:srgbClr val="EFC5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