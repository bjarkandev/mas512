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Helvetica Neue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regular.fntdata"/><Relationship Id="rId20" Type="http://schemas.openxmlformats.org/officeDocument/2006/relationships/slide" Target="slides/slide15.xml"/><Relationship Id="rId42" Type="http://schemas.openxmlformats.org/officeDocument/2006/relationships/font" Target="fonts/HelveticaNeue-italic.fntdata"/><Relationship Id="rId41" Type="http://schemas.openxmlformats.org/officeDocument/2006/relationships/font" Target="fonts/HelveticaNeue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HelveticaNeue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43033d509ad2e639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43033d509ad2e639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43033d509ad2e639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h43033d509ad2e639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43033d509ad2e639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h43033d509ad2e639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43033d509ad2e639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h43033d509ad2e639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43033d509ad2e639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h43033d509ad2e639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43033d509ad2e639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h43033d509ad2e639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43033d509ad2e639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h43033d509ad2e639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43033d509ad2e639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h43033d509ad2e639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43033d509ad2e639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h43033d509ad2e639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43033d509ad2e639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h43033d509ad2e639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43033d509ad2e639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h43033d509ad2e639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43033d509ad2e639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h43033d509ad2e639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43033d509ad2e639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h43033d509ad2e639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43033d509ad2e639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h43033d509ad2e639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43033d509ad2e639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h43033d509ad2e639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43033d509ad2e639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h43033d509ad2e639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h43033d509ad2e639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h43033d509ad2e639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h43033d509ad2e639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h43033d509ad2e639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h43033d509ad2e639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h43033d509ad2e639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h43033d509ad2e639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h43033d509ad2e639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h7edc91cb0c26e11d_8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h7edc91cb0c26e11d_8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7edc91cb0c26e11d_8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h7edc91cb0c26e11d_8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7edc91cb0c26e11d_8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h7edc91cb0c26e11d_8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h7edc91cb0c26e11d_8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h7edc91cb0c26e11d_8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h7edc91cb0c26e11d_8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h7edc91cb0c26e11d_8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h7edc91cb0c26e11d_8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h7edc91cb0c26e11d_8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h43033d509ad2e639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h43033d509ad2e639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h7edc91cb0c26e11d_8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h7edc91cb0c26e11d_8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h7edc91cb0c26e11d_8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h7edc91cb0c26e11d_8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h7edc91cb0c26e11d_8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h7edc91cb0c26e11d_8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h7edc91cb0c26e11d_8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h7edc91cb0c26e11d_8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h7edc91cb0c26e11d_8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h7edc91cb0c26e11d_8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h43033d509ad2e639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h43033d509ad2e639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på rød bakgrunn">
  <p:cSld name="Logo på rød bakgrunn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iA logo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78203" y="2301764"/>
            <a:ext cx="2387594" cy="53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7991061" y="4502855"/>
            <a:ext cx="760208" cy="278118"/>
          </a:xfrm>
          <a:custGeom>
            <a:rect b="b" l="l" r="r" t="t"/>
            <a:pathLst>
              <a:path extrusionOk="0" h="473392" w="1293971">
                <a:moveTo>
                  <a:pt x="1113710" y="365998"/>
                </a:moveTo>
                <a:cubicBezTo>
                  <a:pt x="1088469" y="365998"/>
                  <a:pt x="1073467" y="372665"/>
                  <a:pt x="1073467" y="391477"/>
                </a:cubicBezTo>
                <a:cubicBezTo>
                  <a:pt x="1073467" y="405527"/>
                  <a:pt x="1083230" y="415290"/>
                  <a:pt x="1099184" y="415290"/>
                </a:cubicBezTo>
                <a:cubicBezTo>
                  <a:pt x="1131093" y="415290"/>
                  <a:pt x="1135380" y="394097"/>
                  <a:pt x="1135380" y="370046"/>
                </a:cubicBezTo>
                <a:lnTo>
                  <a:pt x="1135380" y="365998"/>
                </a:lnTo>
                <a:close/>
                <a:moveTo>
                  <a:pt x="1242536" y="317420"/>
                </a:moveTo>
                <a:cubicBezTo>
                  <a:pt x="1215390" y="317420"/>
                  <a:pt x="1204436" y="334565"/>
                  <a:pt x="1204436" y="365522"/>
                </a:cubicBezTo>
                <a:cubicBezTo>
                  <a:pt x="1204436" y="395763"/>
                  <a:pt x="1213246" y="414575"/>
                  <a:pt x="1240869" y="414575"/>
                </a:cubicBezTo>
                <a:cubicBezTo>
                  <a:pt x="1264443" y="414575"/>
                  <a:pt x="1277302" y="394811"/>
                  <a:pt x="1277302" y="363378"/>
                </a:cubicBezTo>
                <a:cubicBezTo>
                  <a:pt x="1277302" y="336708"/>
                  <a:pt x="1264681" y="317420"/>
                  <a:pt x="1242536" y="317420"/>
                </a:cubicBezTo>
                <a:close/>
                <a:moveTo>
                  <a:pt x="446008" y="305990"/>
                </a:moveTo>
                <a:lnTo>
                  <a:pt x="461962" y="305990"/>
                </a:lnTo>
                <a:lnTo>
                  <a:pt x="461962" y="381476"/>
                </a:lnTo>
                <a:cubicBezTo>
                  <a:pt x="461962" y="398145"/>
                  <a:pt x="467201" y="414099"/>
                  <a:pt x="489108" y="414099"/>
                </a:cubicBezTo>
                <a:cubicBezTo>
                  <a:pt x="513635" y="414099"/>
                  <a:pt x="523160" y="400288"/>
                  <a:pt x="523160" y="367903"/>
                </a:cubicBezTo>
                <a:lnTo>
                  <a:pt x="523160" y="305990"/>
                </a:lnTo>
                <a:lnTo>
                  <a:pt x="539114" y="305990"/>
                </a:lnTo>
                <a:lnTo>
                  <a:pt x="539114" y="390763"/>
                </a:lnTo>
                <a:cubicBezTo>
                  <a:pt x="539114" y="402431"/>
                  <a:pt x="539353" y="420052"/>
                  <a:pt x="539353" y="425767"/>
                </a:cubicBezTo>
                <a:lnTo>
                  <a:pt x="523875" y="425767"/>
                </a:lnTo>
                <a:cubicBezTo>
                  <a:pt x="523398" y="422672"/>
                  <a:pt x="523160" y="415052"/>
                  <a:pt x="523160" y="406241"/>
                </a:cubicBezTo>
                <a:cubicBezTo>
                  <a:pt x="517683" y="420052"/>
                  <a:pt x="505777" y="428625"/>
                  <a:pt x="485536" y="428625"/>
                </a:cubicBezTo>
                <a:cubicBezTo>
                  <a:pt x="466963" y="428625"/>
                  <a:pt x="446008" y="420290"/>
                  <a:pt x="446008" y="385048"/>
                </a:cubicBezTo>
                <a:close/>
                <a:moveTo>
                  <a:pt x="1246108" y="303133"/>
                </a:moveTo>
                <a:cubicBezTo>
                  <a:pt x="1274206" y="303133"/>
                  <a:pt x="1293971" y="326469"/>
                  <a:pt x="1293971" y="362664"/>
                </a:cubicBezTo>
                <a:cubicBezTo>
                  <a:pt x="1293971" y="405765"/>
                  <a:pt x="1270873" y="428625"/>
                  <a:pt x="1241821" y="428625"/>
                </a:cubicBezTo>
                <a:cubicBezTo>
                  <a:pt x="1221581" y="428625"/>
                  <a:pt x="1211103" y="419814"/>
                  <a:pt x="1205388" y="409337"/>
                </a:cubicBezTo>
                <a:lnTo>
                  <a:pt x="1205388" y="473392"/>
                </a:lnTo>
                <a:lnTo>
                  <a:pt x="1189434" y="473392"/>
                </a:lnTo>
                <a:lnTo>
                  <a:pt x="1189434" y="335280"/>
                </a:lnTo>
                <a:cubicBezTo>
                  <a:pt x="1189434" y="325517"/>
                  <a:pt x="1189434" y="315039"/>
                  <a:pt x="1189196" y="305990"/>
                </a:cubicBezTo>
                <a:lnTo>
                  <a:pt x="1204674" y="305990"/>
                </a:lnTo>
                <a:cubicBezTo>
                  <a:pt x="1205150" y="310277"/>
                  <a:pt x="1205388" y="317420"/>
                  <a:pt x="1205388" y="326231"/>
                </a:cubicBezTo>
                <a:cubicBezTo>
                  <a:pt x="1212294" y="312896"/>
                  <a:pt x="1224914" y="303133"/>
                  <a:pt x="1246108" y="303133"/>
                </a:cubicBezTo>
                <a:close/>
                <a:moveTo>
                  <a:pt x="1107043" y="303133"/>
                </a:moveTo>
                <a:cubicBezTo>
                  <a:pt x="1135141" y="303133"/>
                  <a:pt x="1150858" y="314801"/>
                  <a:pt x="1150858" y="341471"/>
                </a:cubicBezTo>
                <a:lnTo>
                  <a:pt x="1150858" y="401478"/>
                </a:lnTo>
                <a:cubicBezTo>
                  <a:pt x="1150858" y="412194"/>
                  <a:pt x="1151810" y="422195"/>
                  <a:pt x="1152524" y="425767"/>
                </a:cubicBezTo>
                <a:lnTo>
                  <a:pt x="1137284" y="425767"/>
                </a:lnTo>
                <a:cubicBezTo>
                  <a:pt x="1136332" y="422910"/>
                  <a:pt x="1135618" y="417433"/>
                  <a:pt x="1135380" y="408622"/>
                </a:cubicBezTo>
                <a:cubicBezTo>
                  <a:pt x="1131093" y="416957"/>
                  <a:pt x="1121092" y="428625"/>
                  <a:pt x="1097041" y="428625"/>
                </a:cubicBezTo>
                <a:cubicBezTo>
                  <a:pt x="1068943" y="428625"/>
                  <a:pt x="1057036" y="410527"/>
                  <a:pt x="1057036" y="392430"/>
                </a:cubicBezTo>
                <a:cubicBezTo>
                  <a:pt x="1057036" y="365760"/>
                  <a:pt x="1077753" y="353853"/>
                  <a:pt x="1113472" y="353853"/>
                </a:cubicBezTo>
                <a:lnTo>
                  <a:pt x="1135141" y="353853"/>
                </a:lnTo>
                <a:lnTo>
                  <a:pt x="1135141" y="342423"/>
                </a:lnTo>
                <a:cubicBezTo>
                  <a:pt x="1135141" y="330993"/>
                  <a:pt x="1131570" y="316468"/>
                  <a:pt x="1106566" y="316468"/>
                </a:cubicBezTo>
                <a:cubicBezTo>
                  <a:pt x="1084183" y="316468"/>
                  <a:pt x="1080849" y="327898"/>
                  <a:pt x="1078468" y="337423"/>
                </a:cubicBezTo>
                <a:lnTo>
                  <a:pt x="1062751" y="337423"/>
                </a:lnTo>
                <a:cubicBezTo>
                  <a:pt x="1064180" y="322897"/>
                  <a:pt x="1073229" y="303133"/>
                  <a:pt x="1107043" y="303133"/>
                </a:cubicBezTo>
                <a:close/>
                <a:moveTo>
                  <a:pt x="881062" y="303133"/>
                </a:moveTo>
                <a:cubicBezTo>
                  <a:pt x="909875" y="303133"/>
                  <a:pt x="922734" y="320278"/>
                  <a:pt x="924639" y="337185"/>
                </a:cubicBezTo>
                <a:lnTo>
                  <a:pt x="908923" y="337185"/>
                </a:lnTo>
                <a:cubicBezTo>
                  <a:pt x="907018" y="328136"/>
                  <a:pt x="899874" y="316468"/>
                  <a:pt x="880586" y="316468"/>
                </a:cubicBezTo>
                <a:cubicBezTo>
                  <a:pt x="861536" y="316468"/>
                  <a:pt x="856059" y="325755"/>
                  <a:pt x="856059" y="334565"/>
                </a:cubicBezTo>
                <a:cubicBezTo>
                  <a:pt x="856059" y="344567"/>
                  <a:pt x="861298" y="349567"/>
                  <a:pt x="884158" y="355044"/>
                </a:cubicBezTo>
                <a:cubicBezTo>
                  <a:pt x="919162" y="363378"/>
                  <a:pt x="927020" y="375047"/>
                  <a:pt x="927020" y="392906"/>
                </a:cubicBezTo>
                <a:cubicBezTo>
                  <a:pt x="927020" y="414337"/>
                  <a:pt x="909875" y="428625"/>
                  <a:pt x="882491" y="428625"/>
                </a:cubicBezTo>
                <a:cubicBezTo>
                  <a:pt x="853440" y="428625"/>
                  <a:pt x="838200" y="413623"/>
                  <a:pt x="835104" y="392192"/>
                </a:cubicBezTo>
                <a:lnTo>
                  <a:pt x="851058" y="392192"/>
                </a:lnTo>
                <a:cubicBezTo>
                  <a:pt x="854868" y="406479"/>
                  <a:pt x="865346" y="415290"/>
                  <a:pt x="882967" y="415290"/>
                </a:cubicBezTo>
                <a:cubicBezTo>
                  <a:pt x="902493" y="415290"/>
                  <a:pt x="910351" y="406479"/>
                  <a:pt x="910351" y="394097"/>
                </a:cubicBezTo>
                <a:cubicBezTo>
                  <a:pt x="910351" y="381476"/>
                  <a:pt x="904875" y="375523"/>
                  <a:pt x="879871" y="369570"/>
                </a:cubicBezTo>
                <a:cubicBezTo>
                  <a:pt x="847248" y="361712"/>
                  <a:pt x="839866" y="351710"/>
                  <a:pt x="839866" y="335756"/>
                </a:cubicBezTo>
                <a:cubicBezTo>
                  <a:pt x="839866" y="319087"/>
                  <a:pt x="852487" y="303133"/>
                  <a:pt x="881062" y="303133"/>
                </a:cubicBezTo>
                <a:close/>
                <a:moveTo>
                  <a:pt x="767953" y="303133"/>
                </a:moveTo>
                <a:cubicBezTo>
                  <a:pt x="789860" y="303133"/>
                  <a:pt x="808196" y="315753"/>
                  <a:pt x="808196" y="348377"/>
                </a:cubicBezTo>
                <a:lnTo>
                  <a:pt x="808196" y="425767"/>
                </a:lnTo>
                <a:lnTo>
                  <a:pt x="792241" y="425767"/>
                </a:lnTo>
                <a:lnTo>
                  <a:pt x="792241" y="350520"/>
                </a:lnTo>
                <a:cubicBezTo>
                  <a:pt x="792241" y="330755"/>
                  <a:pt x="784145" y="317658"/>
                  <a:pt x="764381" y="317658"/>
                </a:cubicBezTo>
                <a:cubicBezTo>
                  <a:pt x="738663" y="317658"/>
                  <a:pt x="729138" y="338375"/>
                  <a:pt x="729138" y="363617"/>
                </a:cubicBezTo>
                <a:lnTo>
                  <a:pt x="729138" y="425767"/>
                </a:lnTo>
                <a:lnTo>
                  <a:pt x="713184" y="425767"/>
                </a:lnTo>
                <a:lnTo>
                  <a:pt x="713184" y="336232"/>
                </a:lnTo>
                <a:cubicBezTo>
                  <a:pt x="713184" y="325755"/>
                  <a:pt x="713184" y="315277"/>
                  <a:pt x="712946" y="305990"/>
                </a:cubicBezTo>
                <a:lnTo>
                  <a:pt x="728424" y="305990"/>
                </a:lnTo>
                <a:cubicBezTo>
                  <a:pt x="728900" y="309562"/>
                  <a:pt x="729376" y="323850"/>
                  <a:pt x="729138" y="327422"/>
                </a:cubicBezTo>
                <a:cubicBezTo>
                  <a:pt x="734139" y="315992"/>
                  <a:pt x="743902" y="303133"/>
                  <a:pt x="767953" y="303133"/>
                </a:cubicBezTo>
                <a:close/>
                <a:moveTo>
                  <a:pt x="634603" y="303133"/>
                </a:moveTo>
                <a:cubicBezTo>
                  <a:pt x="656510" y="303133"/>
                  <a:pt x="674846" y="315753"/>
                  <a:pt x="674846" y="348377"/>
                </a:cubicBezTo>
                <a:lnTo>
                  <a:pt x="674846" y="425767"/>
                </a:lnTo>
                <a:lnTo>
                  <a:pt x="658891" y="425767"/>
                </a:lnTo>
                <a:lnTo>
                  <a:pt x="658891" y="350520"/>
                </a:lnTo>
                <a:cubicBezTo>
                  <a:pt x="658891" y="330755"/>
                  <a:pt x="650795" y="317658"/>
                  <a:pt x="631031" y="317658"/>
                </a:cubicBezTo>
                <a:cubicBezTo>
                  <a:pt x="605313" y="317658"/>
                  <a:pt x="595788" y="338375"/>
                  <a:pt x="595788" y="363617"/>
                </a:cubicBezTo>
                <a:lnTo>
                  <a:pt x="595788" y="425767"/>
                </a:lnTo>
                <a:lnTo>
                  <a:pt x="579834" y="425767"/>
                </a:lnTo>
                <a:lnTo>
                  <a:pt x="579834" y="336232"/>
                </a:lnTo>
                <a:cubicBezTo>
                  <a:pt x="579834" y="325755"/>
                  <a:pt x="579834" y="315277"/>
                  <a:pt x="579596" y="305990"/>
                </a:cubicBezTo>
                <a:lnTo>
                  <a:pt x="595074" y="305990"/>
                </a:lnTo>
                <a:cubicBezTo>
                  <a:pt x="595550" y="309562"/>
                  <a:pt x="596026" y="323850"/>
                  <a:pt x="595788" y="327422"/>
                </a:cubicBezTo>
                <a:cubicBezTo>
                  <a:pt x="600789" y="315992"/>
                  <a:pt x="610552" y="303133"/>
                  <a:pt x="634603" y="303133"/>
                </a:cubicBezTo>
                <a:close/>
                <a:moveTo>
                  <a:pt x="951309" y="250507"/>
                </a:moveTo>
                <a:lnTo>
                  <a:pt x="967263" y="250507"/>
                </a:lnTo>
                <a:lnTo>
                  <a:pt x="967263" y="365760"/>
                </a:lnTo>
                <a:cubicBezTo>
                  <a:pt x="977741" y="353853"/>
                  <a:pt x="1007983" y="322659"/>
                  <a:pt x="1024175" y="305990"/>
                </a:cubicBezTo>
                <a:lnTo>
                  <a:pt x="1043701" y="305990"/>
                </a:lnTo>
                <a:lnTo>
                  <a:pt x="997505" y="353139"/>
                </a:lnTo>
                <a:lnTo>
                  <a:pt x="1049416" y="425767"/>
                </a:lnTo>
                <a:lnTo>
                  <a:pt x="1030366" y="425767"/>
                </a:lnTo>
                <a:lnTo>
                  <a:pt x="986313" y="363378"/>
                </a:lnTo>
                <a:lnTo>
                  <a:pt x="967263" y="381714"/>
                </a:lnTo>
                <a:lnTo>
                  <a:pt x="967263" y="425767"/>
                </a:lnTo>
                <a:lnTo>
                  <a:pt x="951309" y="425767"/>
                </a:lnTo>
                <a:close/>
                <a:moveTo>
                  <a:pt x="332184" y="250507"/>
                </a:moveTo>
                <a:lnTo>
                  <a:pt x="348138" y="250507"/>
                </a:lnTo>
                <a:lnTo>
                  <a:pt x="348138" y="365760"/>
                </a:lnTo>
                <a:cubicBezTo>
                  <a:pt x="358616" y="353853"/>
                  <a:pt x="388858" y="322659"/>
                  <a:pt x="405050" y="305990"/>
                </a:cubicBezTo>
                <a:lnTo>
                  <a:pt x="424576" y="305990"/>
                </a:lnTo>
                <a:lnTo>
                  <a:pt x="378380" y="353139"/>
                </a:lnTo>
                <a:lnTo>
                  <a:pt x="430291" y="425767"/>
                </a:lnTo>
                <a:lnTo>
                  <a:pt x="411241" y="425767"/>
                </a:lnTo>
                <a:lnTo>
                  <a:pt x="367188" y="363378"/>
                </a:lnTo>
                <a:lnTo>
                  <a:pt x="348138" y="381714"/>
                </a:lnTo>
                <a:lnTo>
                  <a:pt x="348138" y="425767"/>
                </a:lnTo>
                <a:lnTo>
                  <a:pt x="332184" y="425767"/>
                </a:lnTo>
                <a:close/>
                <a:moveTo>
                  <a:pt x="199310" y="108823"/>
                </a:moveTo>
                <a:cubicBezTo>
                  <a:pt x="174069" y="108823"/>
                  <a:pt x="159067" y="115490"/>
                  <a:pt x="159067" y="134302"/>
                </a:cubicBezTo>
                <a:cubicBezTo>
                  <a:pt x="159067" y="148352"/>
                  <a:pt x="168830" y="158115"/>
                  <a:pt x="184785" y="158115"/>
                </a:cubicBezTo>
                <a:cubicBezTo>
                  <a:pt x="216693" y="158115"/>
                  <a:pt x="220980" y="136922"/>
                  <a:pt x="220980" y="112871"/>
                </a:cubicBezTo>
                <a:lnTo>
                  <a:pt x="220980" y="108823"/>
                </a:lnTo>
                <a:close/>
                <a:moveTo>
                  <a:pt x="1043940" y="60007"/>
                </a:moveTo>
                <a:cubicBezTo>
                  <a:pt x="1018698" y="60007"/>
                  <a:pt x="1006316" y="80486"/>
                  <a:pt x="1006316" y="108585"/>
                </a:cubicBezTo>
                <a:cubicBezTo>
                  <a:pt x="1006316" y="136207"/>
                  <a:pt x="1020841" y="157400"/>
                  <a:pt x="1044416" y="157400"/>
                </a:cubicBezTo>
                <a:cubicBezTo>
                  <a:pt x="1068466" y="157400"/>
                  <a:pt x="1082040" y="137636"/>
                  <a:pt x="1082040" y="108823"/>
                </a:cubicBezTo>
                <a:cubicBezTo>
                  <a:pt x="1082040" y="80962"/>
                  <a:pt x="1068704" y="60007"/>
                  <a:pt x="1043940" y="60007"/>
                </a:cubicBezTo>
                <a:close/>
                <a:moveTo>
                  <a:pt x="718661" y="59531"/>
                </a:moveTo>
                <a:cubicBezTo>
                  <a:pt x="695563" y="59531"/>
                  <a:pt x="685323" y="75485"/>
                  <a:pt x="682942" y="98822"/>
                </a:cubicBezTo>
                <a:lnTo>
                  <a:pt x="752474" y="98822"/>
                </a:lnTo>
                <a:cubicBezTo>
                  <a:pt x="752236" y="76914"/>
                  <a:pt x="740806" y="59531"/>
                  <a:pt x="718661" y="59531"/>
                </a:cubicBezTo>
                <a:close/>
                <a:moveTo>
                  <a:pt x="1173956" y="45958"/>
                </a:moveTo>
                <a:cubicBezTo>
                  <a:pt x="1190863" y="45958"/>
                  <a:pt x="1203483" y="54292"/>
                  <a:pt x="1208008" y="68580"/>
                </a:cubicBezTo>
                <a:cubicBezTo>
                  <a:pt x="1214199" y="56673"/>
                  <a:pt x="1225867" y="45958"/>
                  <a:pt x="1246822" y="45958"/>
                </a:cubicBezTo>
                <a:cubicBezTo>
                  <a:pt x="1265634" y="45958"/>
                  <a:pt x="1284446" y="56912"/>
                  <a:pt x="1284446" y="89773"/>
                </a:cubicBezTo>
                <a:lnTo>
                  <a:pt x="1284446" y="168592"/>
                </a:lnTo>
                <a:lnTo>
                  <a:pt x="1268730" y="168592"/>
                </a:lnTo>
                <a:lnTo>
                  <a:pt x="1268730" y="91678"/>
                </a:lnTo>
                <a:cubicBezTo>
                  <a:pt x="1268730" y="76676"/>
                  <a:pt x="1263253" y="60483"/>
                  <a:pt x="1242536" y="60483"/>
                </a:cubicBezTo>
                <a:cubicBezTo>
                  <a:pt x="1221104" y="60483"/>
                  <a:pt x="1211341" y="77390"/>
                  <a:pt x="1211341" y="99774"/>
                </a:cubicBezTo>
                <a:lnTo>
                  <a:pt x="1211341" y="168592"/>
                </a:lnTo>
                <a:lnTo>
                  <a:pt x="1195863" y="168592"/>
                </a:lnTo>
                <a:lnTo>
                  <a:pt x="1195863" y="92154"/>
                </a:lnTo>
                <a:cubicBezTo>
                  <a:pt x="1195863" y="75485"/>
                  <a:pt x="1190863" y="60483"/>
                  <a:pt x="1170384" y="60483"/>
                </a:cubicBezTo>
                <a:cubicBezTo>
                  <a:pt x="1148953" y="60483"/>
                  <a:pt x="1138475" y="78819"/>
                  <a:pt x="1138475" y="102393"/>
                </a:cubicBezTo>
                <a:lnTo>
                  <a:pt x="1138475" y="168592"/>
                </a:lnTo>
                <a:lnTo>
                  <a:pt x="1122759" y="168592"/>
                </a:lnTo>
                <a:lnTo>
                  <a:pt x="1122759" y="79772"/>
                </a:lnTo>
                <a:cubicBezTo>
                  <a:pt x="1122759" y="69294"/>
                  <a:pt x="1122759" y="58340"/>
                  <a:pt x="1122521" y="48815"/>
                </a:cubicBezTo>
                <a:lnTo>
                  <a:pt x="1137999" y="48815"/>
                </a:lnTo>
                <a:cubicBezTo>
                  <a:pt x="1138237" y="52625"/>
                  <a:pt x="1138713" y="62150"/>
                  <a:pt x="1138475" y="68818"/>
                </a:cubicBezTo>
                <a:cubicBezTo>
                  <a:pt x="1143714" y="57388"/>
                  <a:pt x="1154668" y="45958"/>
                  <a:pt x="1173956" y="45958"/>
                </a:cubicBezTo>
                <a:close/>
                <a:moveTo>
                  <a:pt x="1044654" y="45958"/>
                </a:moveTo>
                <a:cubicBezTo>
                  <a:pt x="1077277" y="45958"/>
                  <a:pt x="1098708" y="70723"/>
                  <a:pt x="1098708" y="108347"/>
                </a:cubicBezTo>
                <a:cubicBezTo>
                  <a:pt x="1098708" y="142398"/>
                  <a:pt x="1079658" y="171450"/>
                  <a:pt x="1043463" y="171450"/>
                </a:cubicBezTo>
                <a:cubicBezTo>
                  <a:pt x="1010126" y="171450"/>
                  <a:pt x="989885" y="144780"/>
                  <a:pt x="989885" y="108823"/>
                </a:cubicBezTo>
                <a:cubicBezTo>
                  <a:pt x="989885" y="74057"/>
                  <a:pt x="1009411" y="45958"/>
                  <a:pt x="1044654" y="45958"/>
                </a:cubicBezTo>
                <a:close/>
                <a:moveTo>
                  <a:pt x="853678" y="45958"/>
                </a:moveTo>
                <a:cubicBezTo>
                  <a:pt x="875585" y="45958"/>
                  <a:pt x="893921" y="58578"/>
                  <a:pt x="893921" y="91202"/>
                </a:cubicBezTo>
                <a:lnTo>
                  <a:pt x="893921" y="168592"/>
                </a:lnTo>
                <a:lnTo>
                  <a:pt x="877966" y="168592"/>
                </a:lnTo>
                <a:lnTo>
                  <a:pt x="877966" y="93345"/>
                </a:lnTo>
                <a:cubicBezTo>
                  <a:pt x="877966" y="73580"/>
                  <a:pt x="869870" y="60483"/>
                  <a:pt x="850106" y="60483"/>
                </a:cubicBezTo>
                <a:cubicBezTo>
                  <a:pt x="824388" y="60483"/>
                  <a:pt x="814863" y="81200"/>
                  <a:pt x="814863" y="106442"/>
                </a:cubicBezTo>
                <a:lnTo>
                  <a:pt x="814863" y="168592"/>
                </a:lnTo>
                <a:lnTo>
                  <a:pt x="798909" y="168592"/>
                </a:lnTo>
                <a:lnTo>
                  <a:pt x="798909" y="79057"/>
                </a:lnTo>
                <a:cubicBezTo>
                  <a:pt x="798909" y="68580"/>
                  <a:pt x="798909" y="58102"/>
                  <a:pt x="798671" y="48815"/>
                </a:cubicBezTo>
                <a:lnTo>
                  <a:pt x="814149" y="48815"/>
                </a:lnTo>
                <a:cubicBezTo>
                  <a:pt x="814625" y="52387"/>
                  <a:pt x="815101" y="66675"/>
                  <a:pt x="814863" y="70247"/>
                </a:cubicBezTo>
                <a:cubicBezTo>
                  <a:pt x="819864" y="58817"/>
                  <a:pt x="829627" y="45958"/>
                  <a:pt x="853678" y="45958"/>
                </a:cubicBezTo>
                <a:close/>
                <a:moveTo>
                  <a:pt x="718899" y="45958"/>
                </a:moveTo>
                <a:cubicBezTo>
                  <a:pt x="756761" y="45958"/>
                  <a:pt x="768905" y="77390"/>
                  <a:pt x="768905" y="101203"/>
                </a:cubicBezTo>
                <a:cubicBezTo>
                  <a:pt x="768905" y="104775"/>
                  <a:pt x="768905" y="108108"/>
                  <a:pt x="768667" y="111204"/>
                </a:cubicBezTo>
                <a:lnTo>
                  <a:pt x="682228" y="111204"/>
                </a:lnTo>
                <a:cubicBezTo>
                  <a:pt x="682228" y="139065"/>
                  <a:pt x="696277" y="157400"/>
                  <a:pt x="718184" y="157400"/>
                </a:cubicBezTo>
                <a:cubicBezTo>
                  <a:pt x="739140" y="157400"/>
                  <a:pt x="746045" y="145970"/>
                  <a:pt x="750093" y="136683"/>
                </a:cubicBezTo>
                <a:lnTo>
                  <a:pt x="766286" y="136683"/>
                </a:lnTo>
                <a:cubicBezTo>
                  <a:pt x="761285" y="152400"/>
                  <a:pt x="748664" y="171450"/>
                  <a:pt x="717708" y="171450"/>
                </a:cubicBezTo>
                <a:cubicBezTo>
                  <a:pt x="680561" y="171450"/>
                  <a:pt x="666035" y="140493"/>
                  <a:pt x="666035" y="109775"/>
                </a:cubicBezTo>
                <a:cubicBezTo>
                  <a:pt x="666035" y="75009"/>
                  <a:pt x="683418" y="45958"/>
                  <a:pt x="718899" y="45958"/>
                </a:cubicBezTo>
                <a:close/>
                <a:moveTo>
                  <a:pt x="526256" y="45958"/>
                </a:moveTo>
                <a:cubicBezTo>
                  <a:pt x="543163" y="45958"/>
                  <a:pt x="555783" y="54292"/>
                  <a:pt x="560308" y="68580"/>
                </a:cubicBezTo>
                <a:cubicBezTo>
                  <a:pt x="566499" y="56673"/>
                  <a:pt x="578167" y="45958"/>
                  <a:pt x="599122" y="45958"/>
                </a:cubicBezTo>
                <a:cubicBezTo>
                  <a:pt x="617934" y="45958"/>
                  <a:pt x="636746" y="56912"/>
                  <a:pt x="636746" y="89773"/>
                </a:cubicBezTo>
                <a:lnTo>
                  <a:pt x="636746" y="168592"/>
                </a:lnTo>
                <a:lnTo>
                  <a:pt x="621030" y="168592"/>
                </a:lnTo>
                <a:lnTo>
                  <a:pt x="621030" y="91678"/>
                </a:lnTo>
                <a:cubicBezTo>
                  <a:pt x="621030" y="76676"/>
                  <a:pt x="615553" y="60483"/>
                  <a:pt x="594836" y="60483"/>
                </a:cubicBezTo>
                <a:cubicBezTo>
                  <a:pt x="573404" y="60483"/>
                  <a:pt x="563641" y="77390"/>
                  <a:pt x="563641" y="99774"/>
                </a:cubicBezTo>
                <a:lnTo>
                  <a:pt x="563641" y="168592"/>
                </a:lnTo>
                <a:lnTo>
                  <a:pt x="548163" y="168592"/>
                </a:lnTo>
                <a:lnTo>
                  <a:pt x="548163" y="92154"/>
                </a:lnTo>
                <a:cubicBezTo>
                  <a:pt x="548163" y="75485"/>
                  <a:pt x="543163" y="60483"/>
                  <a:pt x="522684" y="60483"/>
                </a:cubicBezTo>
                <a:cubicBezTo>
                  <a:pt x="501253" y="60483"/>
                  <a:pt x="490775" y="78819"/>
                  <a:pt x="490775" y="102393"/>
                </a:cubicBezTo>
                <a:lnTo>
                  <a:pt x="490775" y="168592"/>
                </a:lnTo>
                <a:lnTo>
                  <a:pt x="475059" y="168592"/>
                </a:lnTo>
                <a:lnTo>
                  <a:pt x="475059" y="79772"/>
                </a:lnTo>
                <a:cubicBezTo>
                  <a:pt x="475059" y="69294"/>
                  <a:pt x="475059" y="58340"/>
                  <a:pt x="474821" y="48815"/>
                </a:cubicBezTo>
                <a:lnTo>
                  <a:pt x="490299" y="48815"/>
                </a:lnTo>
                <a:cubicBezTo>
                  <a:pt x="490537" y="52625"/>
                  <a:pt x="491013" y="62150"/>
                  <a:pt x="490775" y="68818"/>
                </a:cubicBezTo>
                <a:cubicBezTo>
                  <a:pt x="496014" y="57388"/>
                  <a:pt x="506968" y="45958"/>
                  <a:pt x="526256" y="45958"/>
                </a:cubicBezTo>
                <a:close/>
                <a:moveTo>
                  <a:pt x="326231" y="45958"/>
                </a:moveTo>
                <a:cubicBezTo>
                  <a:pt x="343138" y="45958"/>
                  <a:pt x="355758" y="54292"/>
                  <a:pt x="360283" y="68580"/>
                </a:cubicBezTo>
                <a:cubicBezTo>
                  <a:pt x="366474" y="56673"/>
                  <a:pt x="378142" y="45958"/>
                  <a:pt x="399097" y="45958"/>
                </a:cubicBezTo>
                <a:cubicBezTo>
                  <a:pt x="417909" y="45958"/>
                  <a:pt x="436721" y="56912"/>
                  <a:pt x="436721" y="89773"/>
                </a:cubicBezTo>
                <a:lnTo>
                  <a:pt x="436721" y="168592"/>
                </a:lnTo>
                <a:lnTo>
                  <a:pt x="421004" y="168592"/>
                </a:lnTo>
                <a:lnTo>
                  <a:pt x="421004" y="91678"/>
                </a:lnTo>
                <a:cubicBezTo>
                  <a:pt x="421004" y="76676"/>
                  <a:pt x="415528" y="60483"/>
                  <a:pt x="394811" y="60483"/>
                </a:cubicBezTo>
                <a:cubicBezTo>
                  <a:pt x="373379" y="60483"/>
                  <a:pt x="363616" y="77390"/>
                  <a:pt x="363616" y="99774"/>
                </a:cubicBezTo>
                <a:lnTo>
                  <a:pt x="363616" y="168592"/>
                </a:lnTo>
                <a:lnTo>
                  <a:pt x="348138" y="168592"/>
                </a:lnTo>
                <a:lnTo>
                  <a:pt x="348138" y="92154"/>
                </a:lnTo>
                <a:cubicBezTo>
                  <a:pt x="348138" y="75485"/>
                  <a:pt x="343138" y="60483"/>
                  <a:pt x="322659" y="60483"/>
                </a:cubicBezTo>
                <a:cubicBezTo>
                  <a:pt x="301228" y="60483"/>
                  <a:pt x="290750" y="78819"/>
                  <a:pt x="290750" y="102393"/>
                </a:cubicBezTo>
                <a:lnTo>
                  <a:pt x="290750" y="168592"/>
                </a:lnTo>
                <a:lnTo>
                  <a:pt x="275034" y="168592"/>
                </a:lnTo>
                <a:lnTo>
                  <a:pt x="275034" y="79772"/>
                </a:lnTo>
                <a:cubicBezTo>
                  <a:pt x="275034" y="69294"/>
                  <a:pt x="275034" y="58340"/>
                  <a:pt x="274796" y="48815"/>
                </a:cubicBezTo>
                <a:lnTo>
                  <a:pt x="290274" y="48815"/>
                </a:lnTo>
                <a:cubicBezTo>
                  <a:pt x="290512" y="52625"/>
                  <a:pt x="290988" y="62150"/>
                  <a:pt x="290750" y="68818"/>
                </a:cubicBezTo>
                <a:cubicBezTo>
                  <a:pt x="295989" y="57388"/>
                  <a:pt x="306943" y="45958"/>
                  <a:pt x="326231" y="45958"/>
                </a:cubicBezTo>
                <a:close/>
                <a:moveTo>
                  <a:pt x="192643" y="45958"/>
                </a:moveTo>
                <a:cubicBezTo>
                  <a:pt x="220741" y="45958"/>
                  <a:pt x="236458" y="57626"/>
                  <a:pt x="236458" y="84296"/>
                </a:cubicBezTo>
                <a:lnTo>
                  <a:pt x="236458" y="144303"/>
                </a:lnTo>
                <a:cubicBezTo>
                  <a:pt x="236458" y="155019"/>
                  <a:pt x="237410" y="165020"/>
                  <a:pt x="238124" y="168592"/>
                </a:cubicBezTo>
                <a:lnTo>
                  <a:pt x="222885" y="168592"/>
                </a:lnTo>
                <a:cubicBezTo>
                  <a:pt x="221932" y="165735"/>
                  <a:pt x="221218" y="160258"/>
                  <a:pt x="220980" y="151447"/>
                </a:cubicBezTo>
                <a:cubicBezTo>
                  <a:pt x="216693" y="159782"/>
                  <a:pt x="206692" y="171450"/>
                  <a:pt x="182641" y="171450"/>
                </a:cubicBezTo>
                <a:cubicBezTo>
                  <a:pt x="154543" y="171450"/>
                  <a:pt x="142636" y="153352"/>
                  <a:pt x="142636" y="135255"/>
                </a:cubicBezTo>
                <a:cubicBezTo>
                  <a:pt x="142636" y="108585"/>
                  <a:pt x="163353" y="96678"/>
                  <a:pt x="199072" y="96678"/>
                </a:cubicBezTo>
                <a:lnTo>
                  <a:pt x="220741" y="96678"/>
                </a:lnTo>
                <a:lnTo>
                  <a:pt x="220741" y="85248"/>
                </a:lnTo>
                <a:cubicBezTo>
                  <a:pt x="220741" y="73818"/>
                  <a:pt x="217170" y="59293"/>
                  <a:pt x="192166" y="59293"/>
                </a:cubicBezTo>
                <a:cubicBezTo>
                  <a:pt x="169783" y="59293"/>
                  <a:pt x="166449" y="70723"/>
                  <a:pt x="164068" y="80248"/>
                </a:cubicBezTo>
                <a:lnTo>
                  <a:pt x="148351" y="80248"/>
                </a:lnTo>
                <a:cubicBezTo>
                  <a:pt x="149780" y="65722"/>
                  <a:pt x="158829" y="45958"/>
                  <a:pt x="192643" y="45958"/>
                </a:cubicBezTo>
                <a:close/>
                <a:moveTo>
                  <a:pt x="60245" y="0"/>
                </a:moveTo>
                <a:cubicBezTo>
                  <a:pt x="98107" y="0"/>
                  <a:pt x="114061" y="22622"/>
                  <a:pt x="116205" y="43577"/>
                </a:cubicBezTo>
                <a:lnTo>
                  <a:pt x="98821" y="43577"/>
                </a:lnTo>
                <a:cubicBezTo>
                  <a:pt x="95250" y="27146"/>
                  <a:pt x="84772" y="14525"/>
                  <a:pt x="59531" y="14525"/>
                </a:cubicBezTo>
                <a:cubicBezTo>
                  <a:pt x="37147" y="14525"/>
                  <a:pt x="24765" y="24765"/>
                  <a:pt x="24765" y="42148"/>
                </a:cubicBezTo>
                <a:cubicBezTo>
                  <a:pt x="24765" y="59055"/>
                  <a:pt x="35004" y="65722"/>
                  <a:pt x="65008" y="73104"/>
                </a:cubicBezTo>
                <a:cubicBezTo>
                  <a:pt x="112156" y="84772"/>
                  <a:pt x="119776" y="103346"/>
                  <a:pt x="119776" y="124063"/>
                </a:cubicBezTo>
                <a:cubicBezTo>
                  <a:pt x="119776" y="149542"/>
                  <a:pt x="100965" y="170497"/>
                  <a:pt x="61436" y="170497"/>
                </a:cubicBezTo>
                <a:cubicBezTo>
                  <a:pt x="19764" y="170497"/>
                  <a:pt x="3333" y="146923"/>
                  <a:pt x="0" y="123110"/>
                </a:cubicBezTo>
                <a:lnTo>
                  <a:pt x="17621" y="123110"/>
                </a:lnTo>
                <a:cubicBezTo>
                  <a:pt x="22383" y="144303"/>
                  <a:pt x="36433" y="156448"/>
                  <a:pt x="62388" y="156448"/>
                </a:cubicBezTo>
                <a:cubicBezTo>
                  <a:pt x="90725" y="156448"/>
                  <a:pt x="101679" y="142637"/>
                  <a:pt x="101679" y="125492"/>
                </a:cubicBezTo>
                <a:cubicBezTo>
                  <a:pt x="101679" y="107632"/>
                  <a:pt x="93583" y="97155"/>
                  <a:pt x="58340" y="88582"/>
                </a:cubicBezTo>
                <a:cubicBezTo>
                  <a:pt x="21431" y="79295"/>
                  <a:pt x="6905" y="67151"/>
                  <a:pt x="6905" y="43338"/>
                </a:cubicBezTo>
                <a:cubicBezTo>
                  <a:pt x="6905" y="20240"/>
                  <a:pt x="23812" y="0"/>
                  <a:pt x="602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on red background">
  <p:cSld name="Logo on red background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iA logo" id="16" name="Google Shape;1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62402" y="2328437"/>
            <a:ext cx="2619196" cy="48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8095422" y="4389053"/>
            <a:ext cx="643466" cy="436375"/>
          </a:xfrm>
          <a:custGeom>
            <a:rect b="b" l="l" r="r" t="t"/>
            <a:pathLst>
              <a:path extrusionOk="0" h="749141" w="1104662">
                <a:moveTo>
                  <a:pt x="501253" y="590550"/>
                </a:moveTo>
                <a:cubicBezTo>
                  <a:pt x="476012" y="590550"/>
                  <a:pt x="464820" y="611981"/>
                  <a:pt x="464820" y="638651"/>
                </a:cubicBezTo>
                <a:cubicBezTo>
                  <a:pt x="464820" y="665560"/>
                  <a:pt x="478869" y="684610"/>
                  <a:pt x="500539" y="684610"/>
                </a:cubicBezTo>
                <a:cubicBezTo>
                  <a:pt x="528637" y="684610"/>
                  <a:pt x="536972" y="666036"/>
                  <a:pt x="536972" y="636985"/>
                </a:cubicBezTo>
                <a:cubicBezTo>
                  <a:pt x="536972" y="607457"/>
                  <a:pt x="528399" y="590550"/>
                  <a:pt x="501253" y="590550"/>
                </a:cubicBezTo>
                <a:close/>
                <a:moveTo>
                  <a:pt x="378381" y="590550"/>
                </a:moveTo>
                <a:cubicBezTo>
                  <a:pt x="353139" y="590550"/>
                  <a:pt x="340757" y="611029"/>
                  <a:pt x="340757" y="639128"/>
                </a:cubicBezTo>
                <a:cubicBezTo>
                  <a:pt x="340757" y="666750"/>
                  <a:pt x="355283" y="687943"/>
                  <a:pt x="378857" y="687943"/>
                </a:cubicBezTo>
                <a:cubicBezTo>
                  <a:pt x="402907" y="687943"/>
                  <a:pt x="416481" y="668179"/>
                  <a:pt x="416481" y="639366"/>
                </a:cubicBezTo>
                <a:cubicBezTo>
                  <a:pt x="416481" y="611505"/>
                  <a:pt x="403145" y="590550"/>
                  <a:pt x="378381" y="590550"/>
                </a:cubicBezTo>
                <a:close/>
                <a:moveTo>
                  <a:pt x="967502" y="590074"/>
                </a:moveTo>
                <a:cubicBezTo>
                  <a:pt x="944404" y="590074"/>
                  <a:pt x="934164" y="606028"/>
                  <a:pt x="931783" y="629365"/>
                </a:cubicBezTo>
                <a:lnTo>
                  <a:pt x="1001315" y="629365"/>
                </a:lnTo>
                <a:cubicBezTo>
                  <a:pt x="1001077" y="607457"/>
                  <a:pt x="989647" y="590074"/>
                  <a:pt x="967502" y="590074"/>
                </a:cubicBezTo>
                <a:close/>
                <a:moveTo>
                  <a:pt x="634127" y="590074"/>
                </a:moveTo>
                <a:cubicBezTo>
                  <a:pt x="611029" y="590074"/>
                  <a:pt x="600789" y="606028"/>
                  <a:pt x="598408" y="629365"/>
                </a:cubicBezTo>
                <a:lnTo>
                  <a:pt x="667941" y="629365"/>
                </a:lnTo>
                <a:cubicBezTo>
                  <a:pt x="667702" y="607457"/>
                  <a:pt x="656272" y="590074"/>
                  <a:pt x="634127" y="590074"/>
                </a:cubicBezTo>
                <a:close/>
                <a:moveTo>
                  <a:pt x="1104662" y="576501"/>
                </a:moveTo>
                <a:lnTo>
                  <a:pt x="1104662" y="592931"/>
                </a:lnTo>
                <a:cubicBezTo>
                  <a:pt x="1079897" y="594122"/>
                  <a:pt x="1063704" y="609362"/>
                  <a:pt x="1063704" y="638651"/>
                </a:cubicBezTo>
                <a:lnTo>
                  <a:pt x="1063704" y="699135"/>
                </a:lnTo>
                <a:lnTo>
                  <a:pt x="1047750" y="699135"/>
                </a:lnTo>
                <a:lnTo>
                  <a:pt x="1047750" y="611981"/>
                </a:lnTo>
                <a:cubicBezTo>
                  <a:pt x="1047750" y="593408"/>
                  <a:pt x="1047512" y="584359"/>
                  <a:pt x="1047512" y="579358"/>
                </a:cubicBezTo>
                <a:lnTo>
                  <a:pt x="1062990" y="579358"/>
                </a:lnTo>
                <a:cubicBezTo>
                  <a:pt x="1063466" y="582930"/>
                  <a:pt x="1063704" y="591503"/>
                  <a:pt x="1063704" y="605076"/>
                </a:cubicBezTo>
                <a:cubicBezTo>
                  <a:pt x="1070372" y="587931"/>
                  <a:pt x="1085135" y="577215"/>
                  <a:pt x="1104662" y="576501"/>
                </a:cubicBezTo>
                <a:close/>
                <a:moveTo>
                  <a:pt x="967740" y="576501"/>
                </a:moveTo>
                <a:cubicBezTo>
                  <a:pt x="1005602" y="576501"/>
                  <a:pt x="1017746" y="607933"/>
                  <a:pt x="1017746" y="631746"/>
                </a:cubicBezTo>
                <a:cubicBezTo>
                  <a:pt x="1017746" y="635318"/>
                  <a:pt x="1017746" y="638651"/>
                  <a:pt x="1017508" y="641747"/>
                </a:cubicBezTo>
                <a:lnTo>
                  <a:pt x="931069" y="641747"/>
                </a:lnTo>
                <a:cubicBezTo>
                  <a:pt x="931069" y="669608"/>
                  <a:pt x="945118" y="687943"/>
                  <a:pt x="967025" y="687943"/>
                </a:cubicBezTo>
                <a:cubicBezTo>
                  <a:pt x="987981" y="687943"/>
                  <a:pt x="994886" y="676513"/>
                  <a:pt x="998934" y="667226"/>
                </a:cubicBezTo>
                <a:lnTo>
                  <a:pt x="1015127" y="667226"/>
                </a:lnTo>
                <a:cubicBezTo>
                  <a:pt x="1010126" y="682943"/>
                  <a:pt x="997505" y="701993"/>
                  <a:pt x="966549" y="701993"/>
                </a:cubicBezTo>
                <a:cubicBezTo>
                  <a:pt x="929402" y="701993"/>
                  <a:pt x="914876" y="671036"/>
                  <a:pt x="914876" y="640318"/>
                </a:cubicBezTo>
                <a:cubicBezTo>
                  <a:pt x="914876" y="605552"/>
                  <a:pt x="932259" y="576501"/>
                  <a:pt x="967740" y="576501"/>
                </a:cubicBezTo>
                <a:close/>
                <a:moveTo>
                  <a:pt x="634365" y="576501"/>
                </a:moveTo>
                <a:cubicBezTo>
                  <a:pt x="672227" y="576501"/>
                  <a:pt x="684371" y="607933"/>
                  <a:pt x="684371" y="631746"/>
                </a:cubicBezTo>
                <a:cubicBezTo>
                  <a:pt x="684371" y="635318"/>
                  <a:pt x="684371" y="638651"/>
                  <a:pt x="684133" y="641747"/>
                </a:cubicBezTo>
                <a:lnTo>
                  <a:pt x="597694" y="641747"/>
                </a:lnTo>
                <a:cubicBezTo>
                  <a:pt x="597694" y="669608"/>
                  <a:pt x="611743" y="687943"/>
                  <a:pt x="633651" y="687943"/>
                </a:cubicBezTo>
                <a:cubicBezTo>
                  <a:pt x="654605" y="687943"/>
                  <a:pt x="661511" y="676513"/>
                  <a:pt x="665559" y="667226"/>
                </a:cubicBezTo>
                <a:lnTo>
                  <a:pt x="681752" y="667226"/>
                </a:lnTo>
                <a:cubicBezTo>
                  <a:pt x="676751" y="682943"/>
                  <a:pt x="664131" y="701993"/>
                  <a:pt x="633174" y="701993"/>
                </a:cubicBezTo>
                <a:cubicBezTo>
                  <a:pt x="596027" y="701993"/>
                  <a:pt x="581501" y="671036"/>
                  <a:pt x="581501" y="640318"/>
                </a:cubicBezTo>
                <a:cubicBezTo>
                  <a:pt x="581501" y="605552"/>
                  <a:pt x="598884" y="576501"/>
                  <a:pt x="634365" y="576501"/>
                </a:cubicBezTo>
                <a:close/>
                <a:moveTo>
                  <a:pt x="499586" y="576501"/>
                </a:moveTo>
                <a:cubicBezTo>
                  <a:pt x="523399" y="576501"/>
                  <a:pt x="533400" y="587693"/>
                  <a:pt x="536496" y="596503"/>
                </a:cubicBezTo>
                <a:cubicBezTo>
                  <a:pt x="536734" y="590312"/>
                  <a:pt x="537210" y="581978"/>
                  <a:pt x="537448" y="579358"/>
                </a:cubicBezTo>
                <a:lnTo>
                  <a:pt x="552450" y="579358"/>
                </a:lnTo>
                <a:cubicBezTo>
                  <a:pt x="552450" y="584835"/>
                  <a:pt x="551974" y="602456"/>
                  <a:pt x="551974" y="613886"/>
                </a:cubicBezTo>
                <a:lnTo>
                  <a:pt x="551974" y="689848"/>
                </a:lnTo>
                <a:cubicBezTo>
                  <a:pt x="551974" y="728186"/>
                  <a:pt x="535543" y="749141"/>
                  <a:pt x="498634" y="749141"/>
                </a:cubicBezTo>
                <a:cubicBezTo>
                  <a:pt x="465296" y="749141"/>
                  <a:pt x="453152" y="730330"/>
                  <a:pt x="450532" y="712946"/>
                </a:cubicBezTo>
                <a:lnTo>
                  <a:pt x="466725" y="712946"/>
                </a:lnTo>
                <a:cubicBezTo>
                  <a:pt x="470773" y="727948"/>
                  <a:pt x="482917" y="735330"/>
                  <a:pt x="499348" y="735330"/>
                </a:cubicBezTo>
                <a:cubicBezTo>
                  <a:pt x="528875" y="735330"/>
                  <a:pt x="536496" y="716518"/>
                  <a:pt x="536496" y="687467"/>
                </a:cubicBezTo>
                <a:lnTo>
                  <a:pt x="536496" y="676275"/>
                </a:lnTo>
                <a:cubicBezTo>
                  <a:pt x="530066" y="690801"/>
                  <a:pt x="518636" y="698897"/>
                  <a:pt x="497681" y="698897"/>
                </a:cubicBezTo>
                <a:cubicBezTo>
                  <a:pt x="468868" y="698897"/>
                  <a:pt x="448151" y="675561"/>
                  <a:pt x="448151" y="639366"/>
                </a:cubicBezTo>
                <a:cubicBezTo>
                  <a:pt x="448151" y="599599"/>
                  <a:pt x="471011" y="576501"/>
                  <a:pt x="499586" y="576501"/>
                </a:cubicBezTo>
                <a:close/>
                <a:moveTo>
                  <a:pt x="379095" y="576501"/>
                </a:moveTo>
                <a:cubicBezTo>
                  <a:pt x="411718" y="576501"/>
                  <a:pt x="433149" y="601266"/>
                  <a:pt x="433149" y="638890"/>
                </a:cubicBezTo>
                <a:cubicBezTo>
                  <a:pt x="433149" y="672941"/>
                  <a:pt x="414099" y="701993"/>
                  <a:pt x="377904" y="701993"/>
                </a:cubicBezTo>
                <a:cubicBezTo>
                  <a:pt x="344567" y="701993"/>
                  <a:pt x="324326" y="675323"/>
                  <a:pt x="324326" y="639366"/>
                </a:cubicBezTo>
                <a:cubicBezTo>
                  <a:pt x="324326" y="604600"/>
                  <a:pt x="343853" y="576501"/>
                  <a:pt x="379095" y="576501"/>
                </a:cubicBezTo>
                <a:close/>
                <a:moveTo>
                  <a:pt x="719137" y="542925"/>
                </a:moveTo>
                <a:lnTo>
                  <a:pt x="735092" y="542925"/>
                </a:lnTo>
                <a:lnTo>
                  <a:pt x="735092" y="579358"/>
                </a:lnTo>
                <a:lnTo>
                  <a:pt x="762714" y="579358"/>
                </a:lnTo>
                <a:lnTo>
                  <a:pt x="762714" y="593170"/>
                </a:lnTo>
                <a:lnTo>
                  <a:pt x="735092" y="593170"/>
                </a:lnTo>
                <a:lnTo>
                  <a:pt x="735092" y="667465"/>
                </a:lnTo>
                <a:cubicBezTo>
                  <a:pt x="735092" y="680085"/>
                  <a:pt x="737949" y="686991"/>
                  <a:pt x="749141" y="686991"/>
                </a:cubicBezTo>
                <a:cubicBezTo>
                  <a:pt x="752475" y="686991"/>
                  <a:pt x="756999" y="686753"/>
                  <a:pt x="760571" y="685800"/>
                </a:cubicBezTo>
                <a:lnTo>
                  <a:pt x="760571" y="698659"/>
                </a:lnTo>
                <a:cubicBezTo>
                  <a:pt x="756047" y="700326"/>
                  <a:pt x="749855" y="700802"/>
                  <a:pt x="744379" y="700802"/>
                </a:cubicBezTo>
                <a:cubicBezTo>
                  <a:pt x="727472" y="700802"/>
                  <a:pt x="719137" y="692230"/>
                  <a:pt x="719137" y="672703"/>
                </a:cubicBezTo>
                <a:lnTo>
                  <a:pt x="719137" y="593170"/>
                </a:lnTo>
                <a:lnTo>
                  <a:pt x="697468" y="593170"/>
                </a:lnTo>
                <a:lnTo>
                  <a:pt x="697468" y="579358"/>
                </a:lnTo>
                <a:lnTo>
                  <a:pt x="719137" y="579358"/>
                </a:lnTo>
                <a:close/>
                <a:moveTo>
                  <a:pt x="261938" y="542925"/>
                </a:moveTo>
                <a:lnTo>
                  <a:pt x="277892" y="542925"/>
                </a:lnTo>
                <a:lnTo>
                  <a:pt x="277892" y="579358"/>
                </a:lnTo>
                <a:lnTo>
                  <a:pt x="305514" y="579358"/>
                </a:lnTo>
                <a:lnTo>
                  <a:pt x="305514" y="593170"/>
                </a:lnTo>
                <a:lnTo>
                  <a:pt x="277892" y="593170"/>
                </a:lnTo>
                <a:lnTo>
                  <a:pt x="277892" y="667465"/>
                </a:lnTo>
                <a:cubicBezTo>
                  <a:pt x="277892" y="680085"/>
                  <a:pt x="280749" y="686991"/>
                  <a:pt x="291941" y="686991"/>
                </a:cubicBezTo>
                <a:cubicBezTo>
                  <a:pt x="295275" y="686991"/>
                  <a:pt x="299799" y="686753"/>
                  <a:pt x="303371" y="685800"/>
                </a:cubicBezTo>
                <a:lnTo>
                  <a:pt x="303371" y="698659"/>
                </a:lnTo>
                <a:cubicBezTo>
                  <a:pt x="298847" y="700326"/>
                  <a:pt x="292656" y="700802"/>
                  <a:pt x="287179" y="700802"/>
                </a:cubicBezTo>
                <a:cubicBezTo>
                  <a:pt x="270272" y="700802"/>
                  <a:pt x="261938" y="692230"/>
                  <a:pt x="261938" y="672703"/>
                </a:cubicBezTo>
                <a:lnTo>
                  <a:pt x="261938" y="593170"/>
                </a:lnTo>
                <a:lnTo>
                  <a:pt x="240268" y="593170"/>
                </a:lnTo>
                <a:lnTo>
                  <a:pt x="240268" y="579358"/>
                </a:lnTo>
                <a:lnTo>
                  <a:pt x="261938" y="579358"/>
                </a:lnTo>
                <a:close/>
                <a:moveTo>
                  <a:pt x="790575" y="523875"/>
                </a:moveTo>
                <a:lnTo>
                  <a:pt x="806529" y="523875"/>
                </a:lnTo>
                <a:lnTo>
                  <a:pt x="806529" y="598408"/>
                </a:lnTo>
                <a:cubicBezTo>
                  <a:pt x="812959" y="586740"/>
                  <a:pt x="824389" y="576501"/>
                  <a:pt x="845105" y="576501"/>
                </a:cubicBezTo>
                <a:cubicBezTo>
                  <a:pt x="862965" y="576501"/>
                  <a:pt x="885587" y="586026"/>
                  <a:pt x="885587" y="622697"/>
                </a:cubicBezTo>
                <a:lnTo>
                  <a:pt x="885587" y="699135"/>
                </a:lnTo>
                <a:lnTo>
                  <a:pt x="869632" y="699135"/>
                </a:lnTo>
                <a:lnTo>
                  <a:pt x="869632" y="625793"/>
                </a:lnTo>
                <a:cubicBezTo>
                  <a:pt x="869632" y="603409"/>
                  <a:pt x="859869" y="591026"/>
                  <a:pt x="841057" y="591026"/>
                </a:cubicBezTo>
                <a:cubicBezTo>
                  <a:pt x="818197" y="591026"/>
                  <a:pt x="806529" y="605552"/>
                  <a:pt x="806529" y="632936"/>
                </a:cubicBezTo>
                <a:lnTo>
                  <a:pt x="806529" y="699135"/>
                </a:lnTo>
                <a:lnTo>
                  <a:pt x="790575" y="699135"/>
                </a:lnTo>
                <a:close/>
                <a:moveTo>
                  <a:pt x="910828" y="323850"/>
                </a:moveTo>
                <a:cubicBezTo>
                  <a:pt x="885587" y="323850"/>
                  <a:pt x="874395" y="345281"/>
                  <a:pt x="874395" y="371951"/>
                </a:cubicBezTo>
                <a:cubicBezTo>
                  <a:pt x="874395" y="398860"/>
                  <a:pt x="888444" y="417910"/>
                  <a:pt x="910114" y="417910"/>
                </a:cubicBezTo>
                <a:cubicBezTo>
                  <a:pt x="938212" y="417910"/>
                  <a:pt x="946547" y="399336"/>
                  <a:pt x="946547" y="370285"/>
                </a:cubicBezTo>
                <a:cubicBezTo>
                  <a:pt x="946547" y="340757"/>
                  <a:pt x="937974" y="323850"/>
                  <a:pt x="910828" y="323850"/>
                </a:cubicBezTo>
                <a:close/>
                <a:moveTo>
                  <a:pt x="778193" y="323850"/>
                </a:moveTo>
                <a:cubicBezTo>
                  <a:pt x="755809" y="323850"/>
                  <a:pt x="741045" y="341710"/>
                  <a:pt x="741045" y="373380"/>
                </a:cubicBezTo>
                <a:cubicBezTo>
                  <a:pt x="741045" y="404336"/>
                  <a:pt x="756523" y="421243"/>
                  <a:pt x="776287" y="421243"/>
                </a:cubicBezTo>
                <a:cubicBezTo>
                  <a:pt x="806291" y="421243"/>
                  <a:pt x="813911" y="399812"/>
                  <a:pt x="813911" y="370046"/>
                </a:cubicBezTo>
                <a:cubicBezTo>
                  <a:pt x="813911" y="341233"/>
                  <a:pt x="807244" y="323850"/>
                  <a:pt x="778193" y="323850"/>
                </a:cubicBezTo>
                <a:close/>
                <a:moveTo>
                  <a:pt x="292656" y="323850"/>
                </a:moveTo>
                <a:cubicBezTo>
                  <a:pt x="267414" y="323850"/>
                  <a:pt x="255032" y="344329"/>
                  <a:pt x="255032" y="372428"/>
                </a:cubicBezTo>
                <a:cubicBezTo>
                  <a:pt x="255032" y="400050"/>
                  <a:pt x="269558" y="421243"/>
                  <a:pt x="293132" y="421243"/>
                </a:cubicBezTo>
                <a:cubicBezTo>
                  <a:pt x="317183" y="421243"/>
                  <a:pt x="330756" y="401479"/>
                  <a:pt x="330756" y="372666"/>
                </a:cubicBezTo>
                <a:cubicBezTo>
                  <a:pt x="330756" y="344805"/>
                  <a:pt x="317421" y="323850"/>
                  <a:pt x="292656" y="323850"/>
                </a:cubicBezTo>
                <a:close/>
                <a:moveTo>
                  <a:pt x="1043702" y="323374"/>
                </a:moveTo>
                <a:cubicBezTo>
                  <a:pt x="1020604" y="323374"/>
                  <a:pt x="1010364" y="339328"/>
                  <a:pt x="1007983" y="362665"/>
                </a:cubicBezTo>
                <a:lnTo>
                  <a:pt x="1077515" y="362665"/>
                </a:lnTo>
                <a:cubicBezTo>
                  <a:pt x="1077277" y="340757"/>
                  <a:pt x="1065847" y="323374"/>
                  <a:pt x="1043702" y="323374"/>
                </a:cubicBezTo>
                <a:close/>
                <a:moveTo>
                  <a:pt x="653177" y="323374"/>
                </a:moveTo>
                <a:cubicBezTo>
                  <a:pt x="630079" y="323374"/>
                  <a:pt x="619839" y="339328"/>
                  <a:pt x="617458" y="362665"/>
                </a:cubicBezTo>
                <a:lnTo>
                  <a:pt x="686991" y="362665"/>
                </a:lnTo>
                <a:cubicBezTo>
                  <a:pt x="686752" y="340757"/>
                  <a:pt x="675322" y="323374"/>
                  <a:pt x="653177" y="323374"/>
                </a:cubicBezTo>
                <a:close/>
                <a:moveTo>
                  <a:pt x="359331" y="312658"/>
                </a:moveTo>
                <a:lnTo>
                  <a:pt x="376238" y="312658"/>
                </a:lnTo>
                <a:cubicBezTo>
                  <a:pt x="392668" y="371951"/>
                  <a:pt x="401955" y="405765"/>
                  <a:pt x="404098" y="417195"/>
                </a:cubicBezTo>
                <a:lnTo>
                  <a:pt x="404336" y="417195"/>
                </a:lnTo>
                <a:cubicBezTo>
                  <a:pt x="406241" y="406956"/>
                  <a:pt x="416719" y="372666"/>
                  <a:pt x="434578" y="312658"/>
                </a:cubicBezTo>
                <a:lnTo>
                  <a:pt x="451009" y="312658"/>
                </a:lnTo>
                <a:cubicBezTo>
                  <a:pt x="471487" y="383858"/>
                  <a:pt x="477679" y="404336"/>
                  <a:pt x="479822" y="414338"/>
                </a:cubicBezTo>
                <a:lnTo>
                  <a:pt x="480060" y="414338"/>
                </a:lnTo>
                <a:cubicBezTo>
                  <a:pt x="483155" y="401479"/>
                  <a:pt x="488394" y="383381"/>
                  <a:pt x="508873" y="312658"/>
                </a:cubicBezTo>
                <a:lnTo>
                  <a:pt x="525542" y="312658"/>
                </a:lnTo>
                <a:lnTo>
                  <a:pt x="487918" y="432435"/>
                </a:lnTo>
                <a:lnTo>
                  <a:pt x="470535" y="432435"/>
                </a:lnTo>
                <a:cubicBezTo>
                  <a:pt x="458391" y="389335"/>
                  <a:pt x="444579" y="342662"/>
                  <a:pt x="442198" y="330756"/>
                </a:cubicBezTo>
                <a:lnTo>
                  <a:pt x="441960" y="330756"/>
                </a:lnTo>
                <a:cubicBezTo>
                  <a:pt x="439579" y="343138"/>
                  <a:pt x="427196" y="383143"/>
                  <a:pt x="412671" y="432435"/>
                </a:cubicBezTo>
                <a:lnTo>
                  <a:pt x="394335" y="432435"/>
                </a:lnTo>
                <a:close/>
                <a:moveTo>
                  <a:pt x="1043940" y="309801"/>
                </a:moveTo>
                <a:cubicBezTo>
                  <a:pt x="1081802" y="309801"/>
                  <a:pt x="1093946" y="341233"/>
                  <a:pt x="1093946" y="365046"/>
                </a:cubicBezTo>
                <a:cubicBezTo>
                  <a:pt x="1093946" y="368618"/>
                  <a:pt x="1093946" y="371951"/>
                  <a:pt x="1093708" y="375047"/>
                </a:cubicBezTo>
                <a:lnTo>
                  <a:pt x="1007269" y="375047"/>
                </a:lnTo>
                <a:cubicBezTo>
                  <a:pt x="1007269" y="402908"/>
                  <a:pt x="1021318" y="421243"/>
                  <a:pt x="1043225" y="421243"/>
                </a:cubicBezTo>
                <a:cubicBezTo>
                  <a:pt x="1064181" y="421243"/>
                  <a:pt x="1071086" y="409813"/>
                  <a:pt x="1075134" y="400526"/>
                </a:cubicBezTo>
                <a:lnTo>
                  <a:pt x="1091327" y="400526"/>
                </a:lnTo>
                <a:cubicBezTo>
                  <a:pt x="1086326" y="416243"/>
                  <a:pt x="1073705" y="435293"/>
                  <a:pt x="1042749" y="435293"/>
                </a:cubicBezTo>
                <a:cubicBezTo>
                  <a:pt x="1005602" y="435293"/>
                  <a:pt x="991076" y="404336"/>
                  <a:pt x="991076" y="373618"/>
                </a:cubicBezTo>
                <a:cubicBezTo>
                  <a:pt x="991076" y="338852"/>
                  <a:pt x="1008459" y="309801"/>
                  <a:pt x="1043940" y="309801"/>
                </a:cubicBezTo>
                <a:close/>
                <a:moveTo>
                  <a:pt x="909161" y="309801"/>
                </a:moveTo>
                <a:cubicBezTo>
                  <a:pt x="932974" y="309801"/>
                  <a:pt x="942975" y="320993"/>
                  <a:pt x="946071" y="329803"/>
                </a:cubicBezTo>
                <a:cubicBezTo>
                  <a:pt x="946309" y="323612"/>
                  <a:pt x="946785" y="315278"/>
                  <a:pt x="947023" y="312658"/>
                </a:cubicBezTo>
                <a:lnTo>
                  <a:pt x="962025" y="312658"/>
                </a:lnTo>
                <a:cubicBezTo>
                  <a:pt x="962025" y="318135"/>
                  <a:pt x="961549" y="335756"/>
                  <a:pt x="961549" y="347186"/>
                </a:cubicBezTo>
                <a:lnTo>
                  <a:pt x="961549" y="423148"/>
                </a:lnTo>
                <a:cubicBezTo>
                  <a:pt x="961549" y="461486"/>
                  <a:pt x="945118" y="482441"/>
                  <a:pt x="908209" y="482441"/>
                </a:cubicBezTo>
                <a:cubicBezTo>
                  <a:pt x="874871" y="482441"/>
                  <a:pt x="862727" y="463630"/>
                  <a:pt x="860107" y="446246"/>
                </a:cubicBezTo>
                <a:lnTo>
                  <a:pt x="876300" y="446246"/>
                </a:lnTo>
                <a:cubicBezTo>
                  <a:pt x="880348" y="461248"/>
                  <a:pt x="892493" y="468630"/>
                  <a:pt x="908923" y="468630"/>
                </a:cubicBezTo>
                <a:cubicBezTo>
                  <a:pt x="938451" y="468630"/>
                  <a:pt x="946071" y="449818"/>
                  <a:pt x="946071" y="420767"/>
                </a:cubicBezTo>
                <a:lnTo>
                  <a:pt x="946071" y="409575"/>
                </a:lnTo>
                <a:cubicBezTo>
                  <a:pt x="939641" y="424101"/>
                  <a:pt x="928211" y="432197"/>
                  <a:pt x="907256" y="432197"/>
                </a:cubicBezTo>
                <a:cubicBezTo>
                  <a:pt x="878443" y="432197"/>
                  <a:pt x="857726" y="408861"/>
                  <a:pt x="857726" y="372666"/>
                </a:cubicBezTo>
                <a:cubicBezTo>
                  <a:pt x="857726" y="332899"/>
                  <a:pt x="880586" y="309801"/>
                  <a:pt x="909161" y="309801"/>
                </a:cubicBezTo>
                <a:close/>
                <a:moveTo>
                  <a:pt x="653415" y="309801"/>
                </a:moveTo>
                <a:cubicBezTo>
                  <a:pt x="691277" y="309801"/>
                  <a:pt x="703421" y="341233"/>
                  <a:pt x="703421" y="365046"/>
                </a:cubicBezTo>
                <a:cubicBezTo>
                  <a:pt x="703421" y="368618"/>
                  <a:pt x="703421" y="371951"/>
                  <a:pt x="703183" y="375047"/>
                </a:cubicBezTo>
                <a:lnTo>
                  <a:pt x="616744" y="375047"/>
                </a:lnTo>
                <a:cubicBezTo>
                  <a:pt x="616744" y="402908"/>
                  <a:pt x="630793" y="421243"/>
                  <a:pt x="652701" y="421243"/>
                </a:cubicBezTo>
                <a:cubicBezTo>
                  <a:pt x="673655" y="421243"/>
                  <a:pt x="680561" y="409813"/>
                  <a:pt x="684609" y="400526"/>
                </a:cubicBezTo>
                <a:lnTo>
                  <a:pt x="700802" y="400526"/>
                </a:lnTo>
                <a:cubicBezTo>
                  <a:pt x="695801" y="416243"/>
                  <a:pt x="683181" y="435293"/>
                  <a:pt x="652224" y="435293"/>
                </a:cubicBezTo>
                <a:cubicBezTo>
                  <a:pt x="615077" y="435293"/>
                  <a:pt x="600551" y="404336"/>
                  <a:pt x="600551" y="373618"/>
                </a:cubicBezTo>
                <a:cubicBezTo>
                  <a:pt x="600551" y="338852"/>
                  <a:pt x="617934" y="309801"/>
                  <a:pt x="653415" y="309801"/>
                </a:cubicBezTo>
                <a:close/>
                <a:moveTo>
                  <a:pt x="293370" y="309801"/>
                </a:moveTo>
                <a:cubicBezTo>
                  <a:pt x="325993" y="309801"/>
                  <a:pt x="347424" y="334566"/>
                  <a:pt x="347424" y="372190"/>
                </a:cubicBezTo>
                <a:cubicBezTo>
                  <a:pt x="347424" y="406241"/>
                  <a:pt x="328374" y="435293"/>
                  <a:pt x="292179" y="435293"/>
                </a:cubicBezTo>
                <a:cubicBezTo>
                  <a:pt x="258842" y="435293"/>
                  <a:pt x="238601" y="408623"/>
                  <a:pt x="238601" y="372666"/>
                </a:cubicBezTo>
                <a:cubicBezTo>
                  <a:pt x="238601" y="337900"/>
                  <a:pt x="258128" y="309801"/>
                  <a:pt x="293370" y="309801"/>
                </a:cubicBezTo>
                <a:close/>
                <a:moveTo>
                  <a:pt x="169069" y="309801"/>
                </a:moveTo>
                <a:cubicBezTo>
                  <a:pt x="190976" y="309801"/>
                  <a:pt x="209312" y="322421"/>
                  <a:pt x="209312" y="355045"/>
                </a:cubicBezTo>
                <a:lnTo>
                  <a:pt x="209312" y="432435"/>
                </a:lnTo>
                <a:lnTo>
                  <a:pt x="193358" y="432435"/>
                </a:lnTo>
                <a:lnTo>
                  <a:pt x="193358" y="357188"/>
                </a:lnTo>
                <a:cubicBezTo>
                  <a:pt x="193358" y="337423"/>
                  <a:pt x="185261" y="324326"/>
                  <a:pt x="165497" y="324326"/>
                </a:cubicBezTo>
                <a:cubicBezTo>
                  <a:pt x="139779" y="324326"/>
                  <a:pt x="130254" y="345043"/>
                  <a:pt x="130254" y="370285"/>
                </a:cubicBezTo>
                <a:lnTo>
                  <a:pt x="130254" y="432435"/>
                </a:lnTo>
                <a:lnTo>
                  <a:pt x="114300" y="432435"/>
                </a:lnTo>
                <a:lnTo>
                  <a:pt x="114300" y="342900"/>
                </a:lnTo>
                <a:cubicBezTo>
                  <a:pt x="114300" y="332423"/>
                  <a:pt x="114300" y="321945"/>
                  <a:pt x="114062" y="312658"/>
                </a:cubicBezTo>
                <a:lnTo>
                  <a:pt x="129540" y="312658"/>
                </a:lnTo>
                <a:cubicBezTo>
                  <a:pt x="130016" y="316230"/>
                  <a:pt x="130493" y="330518"/>
                  <a:pt x="130254" y="334090"/>
                </a:cubicBezTo>
                <a:cubicBezTo>
                  <a:pt x="135255" y="322660"/>
                  <a:pt x="145018" y="309801"/>
                  <a:pt x="169069" y="309801"/>
                </a:cubicBezTo>
                <a:close/>
                <a:moveTo>
                  <a:pt x="813197" y="257175"/>
                </a:moveTo>
                <a:lnTo>
                  <a:pt x="829151" y="257175"/>
                </a:lnTo>
                <a:lnTo>
                  <a:pt x="829151" y="398145"/>
                </a:lnTo>
                <a:cubicBezTo>
                  <a:pt x="829151" y="409575"/>
                  <a:pt x="829151" y="420529"/>
                  <a:pt x="829389" y="432435"/>
                </a:cubicBezTo>
                <a:lnTo>
                  <a:pt x="814149" y="432435"/>
                </a:lnTo>
                <a:cubicBezTo>
                  <a:pt x="813435" y="429340"/>
                  <a:pt x="813197" y="419100"/>
                  <a:pt x="813197" y="413623"/>
                </a:cubicBezTo>
                <a:cubicBezTo>
                  <a:pt x="807244" y="427435"/>
                  <a:pt x="794385" y="435293"/>
                  <a:pt x="774144" y="435293"/>
                </a:cubicBezTo>
                <a:cubicBezTo>
                  <a:pt x="743188" y="435293"/>
                  <a:pt x="724376" y="410051"/>
                  <a:pt x="724376" y="373856"/>
                </a:cubicBezTo>
                <a:cubicBezTo>
                  <a:pt x="724376" y="336947"/>
                  <a:pt x="744617" y="309801"/>
                  <a:pt x="777478" y="309801"/>
                </a:cubicBezTo>
                <a:cubicBezTo>
                  <a:pt x="800338" y="309801"/>
                  <a:pt x="809863" y="319326"/>
                  <a:pt x="813197" y="326470"/>
                </a:cubicBezTo>
                <a:close/>
                <a:moveTo>
                  <a:pt x="552450" y="257175"/>
                </a:moveTo>
                <a:lnTo>
                  <a:pt x="568404" y="257175"/>
                </a:lnTo>
                <a:lnTo>
                  <a:pt x="568404" y="432435"/>
                </a:lnTo>
                <a:lnTo>
                  <a:pt x="552450" y="432435"/>
                </a:lnTo>
                <a:close/>
                <a:moveTo>
                  <a:pt x="0" y="257175"/>
                </a:moveTo>
                <a:lnTo>
                  <a:pt x="15954" y="257175"/>
                </a:lnTo>
                <a:lnTo>
                  <a:pt x="15954" y="372428"/>
                </a:lnTo>
                <a:cubicBezTo>
                  <a:pt x="26432" y="360521"/>
                  <a:pt x="56674" y="329327"/>
                  <a:pt x="72866" y="312658"/>
                </a:cubicBezTo>
                <a:lnTo>
                  <a:pt x="92393" y="312658"/>
                </a:lnTo>
                <a:lnTo>
                  <a:pt x="46196" y="359807"/>
                </a:lnTo>
                <a:lnTo>
                  <a:pt x="98108" y="432435"/>
                </a:lnTo>
                <a:lnTo>
                  <a:pt x="79058" y="432435"/>
                </a:lnTo>
                <a:lnTo>
                  <a:pt x="35004" y="370046"/>
                </a:lnTo>
                <a:lnTo>
                  <a:pt x="15954" y="388382"/>
                </a:lnTo>
                <a:lnTo>
                  <a:pt x="15954" y="432435"/>
                </a:lnTo>
                <a:lnTo>
                  <a:pt x="0" y="432435"/>
                </a:lnTo>
                <a:close/>
                <a:moveTo>
                  <a:pt x="648176" y="115491"/>
                </a:moveTo>
                <a:cubicBezTo>
                  <a:pt x="622935" y="115491"/>
                  <a:pt x="607933" y="122158"/>
                  <a:pt x="607933" y="140970"/>
                </a:cubicBezTo>
                <a:cubicBezTo>
                  <a:pt x="607933" y="155020"/>
                  <a:pt x="617696" y="164783"/>
                  <a:pt x="633651" y="164783"/>
                </a:cubicBezTo>
                <a:cubicBezTo>
                  <a:pt x="665559" y="164783"/>
                  <a:pt x="669845" y="143590"/>
                  <a:pt x="669845" y="119539"/>
                </a:cubicBezTo>
                <a:lnTo>
                  <a:pt x="669845" y="115491"/>
                </a:lnTo>
                <a:close/>
                <a:moveTo>
                  <a:pt x="1034653" y="66675"/>
                </a:moveTo>
                <a:cubicBezTo>
                  <a:pt x="1009412" y="66675"/>
                  <a:pt x="998220" y="88106"/>
                  <a:pt x="998220" y="114776"/>
                </a:cubicBezTo>
                <a:cubicBezTo>
                  <a:pt x="998220" y="141685"/>
                  <a:pt x="1012269" y="160735"/>
                  <a:pt x="1033939" y="160735"/>
                </a:cubicBezTo>
                <a:cubicBezTo>
                  <a:pt x="1062037" y="160735"/>
                  <a:pt x="1070372" y="142161"/>
                  <a:pt x="1070372" y="113110"/>
                </a:cubicBezTo>
                <a:cubicBezTo>
                  <a:pt x="1070372" y="83582"/>
                  <a:pt x="1061799" y="66675"/>
                  <a:pt x="1034653" y="66675"/>
                </a:cubicBezTo>
                <a:close/>
                <a:moveTo>
                  <a:pt x="519827" y="66199"/>
                </a:moveTo>
                <a:cubicBezTo>
                  <a:pt x="496729" y="66199"/>
                  <a:pt x="486489" y="82153"/>
                  <a:pt x="484108" y="105490"/>
                </a:cubicBezTo>
                <a:lnTo>
                  <a:pt x="553641" y="105490"/>
                </a:lnTo>
                <a:cubicBezTo>
                  <a:pt x="553402" y="83582"/>
                  <a:pt x="541972" y="66199"/>
                  <a:pt x="519827" y="66199"/>
                </a:cubicBezTo>
                <a:close/>
                <a:moveTo>
                  <a:pt x="800100" y="55483"/>
                </a:moveTo>
                <a:lnTo>
                  <a:pt x="816054" y="55483"/>
                </a:lnTo>
                <a:lnTo>
                  <a:pt x="816054" y="175260"/>
                </a:lnTo>
                <a:lnTo>
                  <a:pt x="800100" y="175260"/>
                </a:lnTo>
                <a:close/>
                <a:moveTo>
                  <a:pt x="1032986" y="52626"/>
                </a:moveTo>
                <a:cubicBezTo>
                  <a:pt x="1056799" y="52626"/>
                  <a:pt x="1066800" y="63818"/>
                  <a:pt x="1069896" y="72628"/>
                </a:cubicBezTo>
                <a:cubicBezTo>
                  <a:pt x="1070134" y="66437"/>
                  <a:pt x="1070610" y="58103"/>
                  <a:pt x="1070848" y="55483"/>
                </a:cubicBezTo>
                <a:lnTo>
                  <a:pt x="1085850" y="55483"/>
                </a:lnTo>
                <a:cubicBezTo>
                  <a:pt x="1085850" y="60960"/>
                  <a:pt x="1085374" y="78581"/>
                  <a:pt x="1085374" y="90011"/>
                </a:cubicBezTo>
                <a:lnTo>
                  <a:pt x="1085374" y="165973"/>
                </a:lnTo>
                <a:cubicBezTo>
                  <a:pt x="1085374" y="204311"/>
                  <a:pt x="1068943" y="225266"/>
                  <a:pt x="1032034" y="225266"/>
                </a:cubicBezTo>
                <a:cubicBezTo>
                  <a:pt x="998696" y="225266"/>
                  <a:pt x="986552" y="206455"/>
                  <a:pt x="983932" y="189071"/>
                </a:cubicBezTo>
                <a:lnTo>
                  <a:pt x="1000125" y="189071"/>
                </a:lnTo>
                <a:cubicBezTo>
                  <a:pt x="1004173" y="204073"/>
                  <a:pt x="1016317" y="211455"/>
                  <a:pt x="1032748" y="211455"/>
                </a:cubicBezTo>
                <a:cubicBezTo>
                  <a:pt x="1062275" y="211455"/>
                  <a:pt x="1069896" y="192643"/>
                  <a:pt x="1069896" y="163592"/>
                </a:cubicBezTo>
                <a:lnTo>
                  <a:pt x="1069896" y="152400"/>
                </a:lnTo>
                <a:cubicBezTo>
                  <a:pt x="1063466" y="166926"/>
                  <a:pt x="1052036" y="175022"/>
                  <a:pt x="1031081" y="175022"/>
                </a:cubicBezTo>
                <a:cubicBezTo>
                  <a:pt x="1002268" y="175022"/>
                  <a:pt x="981551" y="151686"/>
                  <a:pt x="981551" y="115491"/>
                </a:cubicBezTo>
                <a:cubicBezTo>
                  <a:pt x="981551" y="75724"/>
                  <a:pt x="1004411" y="52626"/>
                  <a:pt x="1032986" y="52626"/>
                </a:cubicBezTo>
                <a:close/>
                <a:moveTo>
                  <a:pt x="912019" y="52626"/>
                </a:moveTo>
                <a:cubicBezTo>
                  <a:pt x="933926" y="52626"/>
                  <a:pt x="952262" y="65247"/>
                  <a:pt x="952262" y="97870"/>
                </a:cubicBezTo>
                <a:lnTo>
                  <a:pt x="952262" y="175260"/>
                </a:lnTo>
                <a:lnTo>
                  <a:pt x="936307" y="175260"/>
                </a:lnTo>
                <a:lnTo>
                  <a:pt x="936307" y="100013"/>
                </a:lnTo>
                <a:cubicBezTo>
                  <a:pt x="936307" y="80248"/>
                  <a:pt x="928211" y="67151"/>
                  <a:pt x="908447" y="67151"/>
                </a:cubicBezTo>
                <a:cubicBezTo>
                  <a:pt x="882729" y="67151"/>
                  <a:pt x="873204" y="87868"/>
                  <a:pt x="873204" y="113110"/>
                </a:cubicBezTo>
                <a:lnTo>
                  <a:pt x="873204" y="175260"/>
                </a:lnTo>
                <a:lnTo>
                  <a:pt x="857250" y="175260"/>
                </a:lnTo>
                <a:lnTo>
                  <a:pt x="857250" y="85725"/>
                </a:lnTo>
                <a:cubicBezTo>
                  <a:pt x="857250" y="75248"/>
                  <a:pt x="857250" y="64770"/>
                  <a:pt x="857012" y="55483"/>
                </a:cubicBezTo>
                <a:lnTo>
                  <a:pt x="872490" y="55483"/>
                </a:lnTo>
                <a:cubicBezTo>
                  <a:pt x="872966" y="59055"/>
                  <a:pt x="873443" y="73343"/>
                  <a:pt x="873204" y="76915"/>
                </a:cubicBezTo>
                <a:cubicBezTo>
                  <a:pt x="878205" y="65485"/>
                  <a:pt x="887968" y="52626"/>
                  <a:pt x="912019" y="52626"/>
                </a:cubicBezTo>
                <a:close/>
                <a:moveTo>
                  <a:pt x="641509" y="52626"/>
                </a:moveTo>
                <a:cubicBezTo>
                  <a:pt x="669607" y="52626"/>
                  <a:pt x="685324" y="64294"/>
                  <a:pt x="685324" y="90964"/>
                </a:cubicBezTo>
                <a:lnTo>
                  <a:pt x="685324" y="150971"/>
                </a:lnTo>
                <a:cubicBezTo>
                  <a:pt x="685324" y="161687"/>
                  <a:pt x="686276" y="171688"/>
                  <a:pt x="686991" y="175260"/>
                </a:cubicBezTo>
                <a:lnTo>
                  <a:pt x="671751" y="175260"/>
                </a:lnTo>
                <a:cubicBezTo>
                  <a:pt x="670798" y="172403"/>
                  <a:pt x="670084" y="166926"/>
                  <a:pt x="669845" y="158115"/>
                </a:cubicBezTo>
                <a:cubicBezTo>
                  <a:pt x="665559" y="166450"/>
                  <a:pt x="655558" y="178118"/>
                  <a:pt x="631507" y="178118"/>
                </a:cubicBezTo>
                <a:cubicBezTo>
                  <a:pt x="603409" y="178118"/>
                  <a:pt x="591502" y="160020"/>
                  <a:pt x="591502" y="141923"/>
                </a:cubicBezTo>
                <a:cubicBezTo>
                  <a:pt x="591502" y="115253"/>
                  <a:pt x="612219" y="103346"/>
                  <a:pt x="647938" y="103346"/>
                </a:cubicBezTo>
                <a:lnTo>
                  <a:pt x="669607" y="103346"/>
                </a:lnTo>
                <a:lnTo>
                  <a:pt x="669607" y="91916"/>
                </a:lnTo>
                <a:cubicBezTo>
                  <a:pt x="669607" y="80486"/>
                  <a:pt x="666035" y="65961"/>
                  <a:pt x="641032" y="65961"/>
                </a:cubicBezTo>
                <a:cubicBezTo>
                  <a:pt x="618649" y="65961"/>
                  <a:pt x="615315" y="77391"/>
                  <a:pt x="612934" y="86916"/>
                </a:cubicBezTo>
                <a:lnTo>
                  <a:pt x="597217" y="86916"/>
                </a:lnTo>
                <a:cubicBezTo>
                  <a:pt x="598646" y="72390"/>
                  <a:pt x="607695" y="52626"/>
                  <a:pt x="641509" y="52626"/>
                </a:cubicBezTo>
                <a:close/>
                <a:moveTo>
                  <a:pt x="520065" y="52626"/>
                </a:moveTo>
                <a:cubicBezTo>
                  <a:pt x="557927" y="52626"/>
                  <a:pt x="570071" y="84058"/>
                  <a:pt x="570071" y="107871"/>
                </a:cubicBezTo>
                <a:cubicBezTo>
                  <a:pt x="570071" y="111443"/>
                  <a:pt x="570071" y="114776"/>
                  <a:pt x="569833" y="117872"/>
                </a:cubicBezTo>
                <a:lnTo>
                  <a:pt x="483394" y="117872"/>
                </a:lnTo>
                <a:cubicBezTo>
                  <a:pt x="483394" y="145733"/>
                  <a:pt x="497443" y="164068"/>
                  <a:pt x="519351" y="164068"/>
                </a:cubicBezTo>
                <a:cubicBezTo>
                  <a:pt x="540305" y="164068"/>
                  <a:pt x="547211" y="152638"/>
                  <a:pt x="551259" y="143351"/>
                </a:cubicBezTo>
                <a:lnTo>
                  <a:pt x="567452" y="143351"/>
                </a:lnTo>
                <a:cubicBezTo>
                  <a:pt x="562451" y="159068"/>
                  <a:pt x="549831" y="178118"/>
                  <a:pt x="518874" y="178118"/>
                </a:cubicBezTo>
                <a:cubicBezTo>
                  <a:pt x="481727" y="178118"/>
                  <a:pt x="467201" y="147161"/>
                  <a:pt x="467201" y="116443"/>
                </a:cubicBezTo>
                <a:cubicBezTo>
                  <a:pt x="467201" y="81677"/>
                  <a:pt x="484584" y="52626"/>
                  <a:pt x="520065" y="52626"/>
                </a:cubicBezTo>
                <a:close/>
                <a:moveTo>
                  <a:pt x="456962" y="52626"/>
                </a:moveTo>
                <a:lnTo>
                  <a:pt x="456962" y="69056"/>
                </a:lnTo>
                <a:cubicBezTo>
                  <a:pt x="432197" y="70247"/>
                  <a:pt x="416004" y="85487"/>
                  <a:pt x="416004" y="114776"/>
                </a:cubicBezTo>
                <a:lnTo>
                  <a:pt x="416004" y="175260"/>
                </a:lnTo>
                <a:lnTo>
                  <a:pt x="400050" y="175260"/>
                </a:lnTo>
                <a:lnTo>
                  <a:pt x="400050" y="88106"/>
                </a:lnTo>
                <a:cubicBezTo>
                  <a:pt x="400050" y="69533"/>
                  <a:pt x="399812" y="60484"/>
                  <a:pt x="399812" y="55483"/>
                </a:cubicBezTo>
                <a:lnTo>
                  <a:pt x="415290" y="55483"/>
                </a:lnTo>
                <a:cubicBezTo>
                  <a:pt x="415766" y="59055"/>
                  <a:pt x="416004" y="67628"/>
                  <a:pt x="416004" y="81201"/>
                </a:cubicBezTo>
                <a:cubicBezTo>
                  <a:pt x="422672" y="64056"/>
                  <a:pt x="437435" y="53340"/>
                  <a:pt x="456962" y="52626"/>
                </a:cubicBezTo>
                <a:close/>
                <a:moveTo>
                  <a:pt x="728662" y="19050"/>
                </a:moveTo>
                <a:lnTo>
                  <a:pt x="744617" y="19050"/>
                </a:lnTo>
                <a:lnTo>
                  <a:pt x="744617" y="55483"/>
                </a:lnTo>
                <a:lnTo>
                  <a:pt x="772239" y="55483"/>
                </a:lnTo>
                <a:lnTo>
                  <a:pt x="772239" y="69295"/>
                </a:lnTo>
                <a:lnTo>
                  <a:pt x="744617" y="69295"/>
                </a:lnTo>
                <a:lnTo>
                  <a:pt x="744617" y="143590"/>
                </a:lnTo>
                <a:cubicBezTo>
                  <a:pt x="744617" y="156210"/>
                  <a:pt x="747474" y="163116"/>
                  <a:pt x="758666" y="163116"/>
                </a:cubicBezTo>
                <a:cubicBezTo>
                  <a:pt x="762000" y="163116"/>
                  <a:pt x="766524" y="162878"/>
                  <a:pt x="770096" y="161925"/>
                </a:cubicBezTo>
                <a:lnTo>
                  <a:pt x="770096" y="174784"/>
                </a:lnTo>
                <a:cubicBezTo>
                  <a:pt x="765572" y="176451"/>
                  <a:pt x="759381" y="176927"/>
                  <a:pt x="753904" y="176927"/>
                </a:cubicBezTo>
                <a:cubicBezTo>
                  <a:pt x="736997" y="176927"/>
                  <a:pt x="728662" y="168355"/>
                  <a:pt x="728662" y="148828"/>
                </a:cubicBezTo>
                <a:lnTo>
                  <a:pt x="728662" y="69295"/>
                </a:lnTo>
                <a:lnTo>
                  <a:pt x="706993" y="69295"/>
                </a:lnTo>
                <a:lnTo>
                  <a:pt x="706993" y="55483"/>
                </a:lnTo>
                <a:lnTo>
                  <a:pt x="728662" y="55483"/>
                </a:lnTo>
                <a:close/>
                <a:moveTo>
                  <a:pt x="306467" y="6668"/>
                </a:moveTo>
                <a:cubicBezTo>
                  <a:pt x="343853" y="6668"/>
                  <a:pt x="365046" y="27623"/>
                  <a:pt x="370284" y="55483"/>
                </a:cubicBezTo>
                <a:lnTo>
                  <a:pt x="353378" y="55483"/>
                </a:lnTo>
                <a:cubicBezTo>
                  <a:pt x="346472" y="35481"/>
                  <a:pt x="333375" y="21432"/>
                  <a:pt x="305753" y="21432"/>
                </a:cubicBezTo>
                <a:cubicBezTo>
                  <a:pt x="266462" y="21432"/>
                  <a:pt x="250269" y="57150"/>
                  <a:pt x="250269" y="92155"/>
                </a:cubicBezTo>
                <a:cubicBezTo>
                  <a:pt x="250269" y="126445"/>
                  <a:pt x="265986" y="162401"/>
                  <a:pt x="306705" y="162401"/>
                </a:cubicBezTo>
                <a:cubicBezTo>
                  <a:pt x="333137" y="162401"/>
                  <a:pt x="345758" y="148114"/>
                  <a:pt x="353139" y="129540"/>
                </a:cubicBezTo>
                <a:lnTo>
                  <a:pt x="370284" y="129540"/>
                </a:lnTo>
                <a:cubicBezTo>
                  <a:pt x="362426" y="156925"/>
                  <a:pt x="342424" y="177165"/>
                  <a:pt x="305991" y="177165"/>
                </a:cubicBezTo>
                <a:cubicBezTo>
                  <a:pt x="257413" y="177165"/>
                  <a:pt x="232410" y="139303"/>
                  <a:pt x="232410" y="92393"/>
                </a:cubicBezTo>
                <a:cubicBezTo>
                  <a:pt x="232410" y="47387"/>
                  <a:pt x="257175" y="6668"/>
                  <a:pt x="306467" y="6668"/>
                </a:cubicBezTo>
                <a:close/>
                <a:moveTo>
                  <a:pt x="800100" y="0"/>
                </a:moveTo>
                <a:lnTo>
                  <a:pt x="816054" y="0"/>
                </a:lnTo>
                <a:lnTo>
                  <a:pt x="816054" y="24527"/>
                </a:lnTo>
                <a:lnTo>
                  <a:pt x="800100" y="2452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Kapittel">
  <p:cSld name="3_Kapittel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F8ED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002B"/>
              </a:buClr>
              <a:buSzPts val="4500"/>
              <a:buFont typeface="Arial"/>
              <a:buNone/>
              <a:defRPr sz="4500">
                <a:solidFill>
                  <a:srgbClr val="D2002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B121D"/>
              </a:buClr>
              <a:buSzPts val="1800"/>
              <a:buNone/>
              <a:defRPr sz="1800">
                <a:solidFill>
                  <a:srgbClr val="5B121D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2644" y="4539569"/>
            <a:ext cx="570356" cy="23840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ktliste">
  <p:cSld name="Punktlist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kststiler i malen" id="27" name="Google Shape;27;p5"/>
          <p:cNvSpPr txBox="1"/>
          <p:nvPr>
            <p:ph idx="1" type="body"/>
          </p:nvPr>
        </p:nvSpPr>
        <p:spPr>
          <a:xfrm>
            <a:off x="454715" y="1379054"/>
            <a:ext cx="80682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  <a:defRPr b="0" sz="14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unktliste">
  <p:cSld name="2_Punktlist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88620" y="451976"/>
            <a:ext cx="2788800" cy="39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kststiler i malen" id="32" name="Google Shape;32;p6"/>
          <p:cNvSpPr txBox="1"/>
          <p:nvPr>
            <p:ph idx="1" type="body"/>
          </p:nvPr>
        </p:nvSpPr>
        <p:spPr>
          <a:xfrm>
            <a:off x="3398520" y="451975"/>
            <a:ext cx="5438100" cy="39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kstinnhold">
  <p:cSld name="Tekstinnhold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506323" y="-407504"/>
            <a:ext cx="82749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sktstiler i malen" id="37" name="Google Shape;37;p7"/>
          <p:cNvSpPr txBox="1"/>
          <p:nvPr>
            <p:ph idx="1" type="body"/>
          </p:nvPr>
        </p:nvSpPr>
        <p:spPr>
          <a:xfrm>
            <a:off x="448408" y="530678"/>
            <a:ext cx="82119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menligning">
  <p:cSld name="Sammenligning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42" name="Google Shape;42;p8"/>
          <p:cNvSpPr txBox="1"/>
          <p:nvPr>
            <p:ph idx="1" type="body"/>
          </p:nvPr>
        </p:nvSpPr>
        <p:spPr>
          <a:xfrm>
            <a:off x="401962" y="1204547"/>
            <a:ext cx="3915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43" name="Google Shape;43;p8"/>
          <p:cNvSpPr txBox="1"/>
          <p:nvPr>
            <p:ph idx="2" type="body"/>
          </p:nvPr>
        </p:nvSpPr>
        <p:spPr>
          <a:xfrm>
            <a:off x="4762752" y="1204547"/>
            <a:ext cx="3915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ammenligning">
  <p:cSld name="3_Sammenligning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48" name="Google Shape;48;p9"/>
          <p:cNvSpPr/>
          <p:nvPr>
            <p:ph idx="1" type="body"/>
          </p:nvPr>
        </p:nvSpPr>
        <p:spPr>
          <a:xfrm>
            <a:off x="401962" y="1204547"/>
            <a:ext cx="3915000" cy="3185700"/>
          </a:xfrm>
          <a:prstGeom prst="roundRect">
            <a:avLst>
              <a:gd fmla="val 5205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108000" lIns="108000" spcFirstLastPara="1" rIns="108000" wrap="square" tIns="108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49" name="Google Shape;49;p9"/>
          <p:cNvSpPr/>
          <p:nvPr>
            <p:ph idx="2" type="body"/>
          </p:nvPr>
        </p:nvSpPr>
        <p:spPr>
          <a:xfrm>
            <a:off x="4762752" y="1204547"/>
            <a:ext cx="3915000" cy="3185700"/>
          </a:xfrm>
          <a:prstGeom prst="roundRect">
            <a:avLst>
              <a:gd fmla="val 6882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108000" lIns="108000" spcFirstLastPara="1" rIns="108000" wrap="square" tIns="108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3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ammenligning">
  <p:cSld name="1_Sammenligning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54" name="Google Shape;54;p10"/>
          <p:cNvSpPr txBox="1"/>
          <p:nvPr>
            <p:ph idx="1" type="body"/>
          </p:nvPr>
        </p:nvSpPr>
        <p:spPr>
          <a:xfrm>
            <a:off x="401962" y="1204547"/>
            <a:ext cx="2430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55" name="Google Shape;55;p10"/>
          <p:cNvSpPr txBox="1"/>
          <p:nvPr>
            <p:ph idx="2" type="body"/>
          </p:nvPr>
        </p:nvSpPr>
        <p:spPr>
          <a:xfrm>
            <a:off x="3324857" y="1204547"/>
            <a:ext cx="2430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56" name="Google Shape;56;p10"/>
          <p:cNvSpPr txBox="1"/>
          <p:nvPr>
            <p:ph idx="3" type="body"/>
          </p:nvPr>
        </p:nvSpPr>
        <p:spPr>
          <a:xfrm>
            <a:off x="6247752" y="1204547"/>
            <a:ext cx="2430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4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ammenligning">
  <p:cSld name="2_Sammenligning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61" name="Google Shape;61;p11"/>
          <p:cNvSpPr/>
          <p:nvPr>
            <p:ph idx="1" type="body"/>
          </p:nvPr>
        </p:nvSpPr>
        <p:spPr>
          <a:xfrm>
            <a:off x="401962" y="1204547"/>
            <a:ext cx="2565000" cy="3185700"/>
          </a:xfrm>
          <a:prstGeom prst="roundRect">
            <a:avLst>
              <a:gd fmla="val 7157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62" name="Google Shape;62;p11"/>
          <p:cNvSpPr/>
          <p:nvPr>
            <p:ph idx="2" type="body"/>
          </p:nvPr>
        </p:nvSpPr>
        <p:spPr>
          <a:xfrm>
            <a:off x="3257357" y="1204547"/>
            <a:ext cx="2565000" cy="3185700"/>
          </a:xfrm>
          <a:prstGeom prst="roundRect">
            <a:avLst>
              <a:gd fmla="val 7464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63" name="Google Shape;63;p11"/>
          <p:cNvSpPr/>
          <p:nvPr>
            <p:ph idx="3" type="body"/>
          </p:nvPr>
        </p:nvSpPr>
        <p:spPr>
          <a:xfrm>
            <a:off x="6112752" y="1204547"/>
            <a:ext cx="2565000" cy="3185700"/>
          </a:xfrm>
          <a:prstGeom prst="roundRect">
            <a:avLst>
              <a:gd fmla="val 7158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4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kst venstre og bilde høyre">
  <p:cSld name="Tekst venstre og bilde høyr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454715" y="273844"/>
            <a:ext cx="38913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454715" y="1412421"/>
            <a:ext cx="3891300" cy="30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2. Velg bildet du ønsker å sette inn3. Bruk ‘bildeverktøy’ –&gt; ‘beskjær’ for å endre bildeutsnittHer kan du velge utsnitt ved å dra i de hvite kulene i hjørnet. (Hold Shift inne for å bevare forholdet mellom sidene.)&#10;" id="69" name="Google Shape;69;p12"/>
          <p:cNvSpPr/>
          <p:nvPr>
            <p:ph idx="2" type="pic"/>
          </p:nvPr>
        </p:nvSpPr>
        <p:spPr>
          <a:xfrm>
            <a:off x="4710070" y="-9268"/>
            <a:ext cx="4430400" cy="44490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2"/>
          <p:cNvSpPr txBox="1"/>
          <p:nvPr>
            <p:ph idx="3" type="body"/>
          </p:nvPr>
        </p:nvSpPr>
        <p:spPr>
          <a:xfrm>
            <a:off x="5910698" y="4638278"/>
            <a:ext cx="299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kst venstre og bilde høyre">
  <p:cSld name="1_Tekst venstre og bilde høyre">
    <p:bg>
      <p:bgPr>
        <a:solidFill>
          <a:srgbClr val="F8EDD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454715" y="273844"/>
            <a:ext cx="38913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400"/>
              <a:buFont typeface="Aria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454715" y="1412421"/>
            <a:ext cx="3891300" cy="30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0" sz="18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2. Velg bildet du ønsker å sette inn3. Bruk ‘bildeverktøy’ –&gt; ‘beskjær’ for å endre bildeutsnittHer kan du velge utsnitt ved å dra i de hvite kulene i hjørnet. (Hold Shift inne for å bevare forholdet mellom sidene.)&#10;" id="74" name="Google Shape;74;p13"/>
          <p:cNvSpPr/>
          <p:nvPr>
            <p:ph idx="2" type="pic"/>
          </p:nvPr>
        </p:nvSpPr>
        <p:spPr>
          <a:xfrm>
            <a:off x="4710070" y="-9268"/>
            <a:ext cx="4430400" cy="44490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3"/>
          <p:cNvSpPr txBox="1"/>
          <p:nvPr>
            <p:ph idx="3" type="body"/>
          </p:nvPr>
        </p:nvSpPr>
        <p:spPr>
          <a:xfrm>
            <a:off x="5910698" y="4638278"/>
            <a:ext cx="299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kst venstre og bilde høyre">
  <p:cSld name="2_Tekst venstre og bilde høyre">
    <p:bg>
      <p:bgPr>
        <a:solidFill>
          <a:srgbClr val="FEE7E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454715" y="273844"/>
            <a:ext cx="38913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400"/>
              <a:buFont typeface="Aria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454715" y="1412421"/>
            <a:ext cx="3891300" cy="30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0" sz="18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2. Velg bildet du ønsker å sette inn3. Bruk ‘bildeverktøy’ –&gt; ‘beskjær’ for å endre bildeutsnittHer kan du velge utsnitt ved å dra i de hvite kulene i hjørnet. (Hold Shift inne for å bevare forholdet mellom sidene.)&#10;" id="79" name="Google Shape;79;p14"/>
          <p:cNvSpPr/>
          <p:nvPr>
            <p:ph idx="2" type="pic"/>
          </p:nvPr>
        </p:nvSpPr>
        <p:spPr>
          <a:xfrm>
            <a:off x="4710070" y="-9268"/>
            <a:ext cx="4430400" cy="44490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4"/>
          <p:cNvSpPr txBox="1"/>
          <p:nvPr>
            <p:ph idx="3" type="body"/>
          </p:nvPr>
        </p:nvSpPr>
        <p:spPr>
          <a:xfrm>
            <a:off x="5910698" y="4638278"/>
            <a:ext cx="299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ekst venstre og bilde høyre">
  <p:cSld name="3_Tekst venstre og bilde høyre">
    <p:bg>
      <p:bgPr>
        <a:solidFill>
          <a:srgbClr val="E1EEF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54715" y="273844"/>
            <a:ext cx="38913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2343"/>
              </a:buClr>
              <a:buSzPts val="2400"/>
              <a:buFont typeface="Arial"/>
              <a:buNone/>
              <a:defRPr b="1">
                <a:solidFill>
                  <a:srgbClr val="192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54715" y="1412421"/>
            <a:ext cx="3891300" cy="30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92343"/>
              </a:buClr>
              <a:buSzPts val="1800"/>
              <a:buNone/>
              <a:defRPr b="0" sz="1800">
                <a:solidFill>
                  <a:srgbClr val="192343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&#10;2. Velg bildet du ønsker å sette inn&#10;3. Bruk ‘bildeverktøy’ –&gt; ‘beskjær’ for å endre bildeutsnitt&#10;Her kan du velge utsnitt ved å dra i de hvite kulene i hjørnet. (Hold Shift inne for å bevare forholdet mellom sidene.)&#10;" id="84" name="Google Shape;84;p15"/>
          <p:cNvSpPr/>
          <p:nvPr>
            <p:ph idx="2" type="pic"/>
          </p:nvPr>
        </p:nvSpPr>
        <p:spPr>
          <a:xfrm>
            <a:off x="4710070" y="-9268"/>
            <a:ext cx="4430400" cy="44490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5"/>
          <p:cNvSpPr txBox="1"/>
          <p:nvPr>
            <p:ph idx="3" type="body"/>
          </p:nvPr>
        </p:nvSpPr>
        <p:spPr>
          <a:xfrm>
            <a:off x="5910698" y="4638278"/>
            <a:ext cx="299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92343"/>
              </a:buClr>
              <a:buSzPts val="800"/>
              <a:buNone/>
              <a:defRPr b="0" i="0" sz="800">
                <a:solidFill>
                  <a:srgbClr val="192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kst venstre og bilde høyre">
  <p:cSld name="4_Tekst venstre og bilde høyre">
    <p:bg>
      <p:bgPr>
        <a:solidFill>
          <a:srgbClr val="E6F0E6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54715" y="273844"/>
            <a:ext cx="38913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91D"/>
              </a:buClr>
              <a:buSzPts val="2400"/>
              <a:buFont typeface="Arial"/>
              <a:buNone/>
              <a:defRPr b="1">
                <a:solidFill>
                  <a:srgbClr val="03591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54715" y="1412421"/>
            <a:ext cx="3891300" cy="30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3591D"/>
              </a:buClr>
              <a:buSzPts val="1800"/>
              <a:buNone/>
              <a:defRPr b="0" sz="1800">
                <a:solidFill>
                  <a:srgbClr val="03591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2. Velg bildet du ønsker å sette inn3. Bruk ‘bildeverktøy’ –&gt; ‘beskjær’ for å endre bildeutsnittHer kan du velge utsnitt ved å dra i de hvite kulene i hjørnet. (Hold Shift inne for å bevare forholdet mellom sidene.)&#10;" id="89" name="Google Shape;89;p16"/>
          <p:cNvSpPr/>
          <p:nvPr>
            <p:ph idx="2" type="pic"/>
          </p:nvPr>
        </p:nvSpPr>
        <p:spPr>
          <a:xfrm>
            <a:off x="4710070" y="-9268"/>
            <a:ext cx="4430400" cy="44490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6"/>
          <p:cNvSpPr txBox="1"/>
          <p:nvPr>
            <p:ph idx="3" type="body"/>
          </p:nvPr>
        </p:nvSpPr>
        <p:spPr>
          <a:xfrm>
            <a:off x="5910698" y="4638278"/>
            <a:ext cx="299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92343"/>
              </a:buClr>
              <a:buSzPts val="800"/>
              <a:buNone/>
              <a:defRPr b="0" i="0" sz="800">
                <a:solidFill>
                  <a:srgbClr val="192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skjermbilde">
  <p:cSld name="Fullskjermbild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1. plasser et bilde i rammen&#10;2. plasser lengst bak&#10;" id="92" name="Google Shape;92;p17"/>
          <p:cNvSpPr/>
          <p:nvPr>
            <p:ph idx="2" type="pic"/>
          </p:nvPr>
        </p:nvSpPr>
        <p:spPr>
          <a:xfrm>
            <a:off x="225910" y="-19050"/>
            <a:ext cx="8949600" cy="44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628650" y="59329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Fullskjermbilde">
  <p:cSld name="1_Fullskjermbilde">
    <p:bg>
      <p:bgPr>
        <a:solidFill>
          <a:srgbClr val="C8102E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1. plasser et bilde i rammen&#10;2. plasser lengst bak" id="97" name="Google Shape;97;p18"/>
          <p:cNvSpPr/>
          <p:nvPr>
            <p:ph idx="2" type="pic"/>
          </p:nvPr>
        </p:nvSpPr>
        <p:spPr>
          <a:xfrm>
            <a:off x="225653" y="-18535"/>
            <a:ext cx="8949600" cy="44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628650" y="59329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">
  <p:cSld name="Person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95411" y="975370"/>
            <a:ext cx="578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000"/>
              <a:buFont typeface="Arial"/>
              <a:buNone/>
              <a:defRPr b="1" sz="3000">
                <a:solidFill>
                  <a:srgbClr val="C8102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94990" y="600625"/>
            <a:ext cx="5776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2000"/>
              <a:buNone/>
              <a:defRPr b="0" sz="20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2" type="body"/>
          </p:nvPr>
        </p:nvSpPr>
        <p:spPr>
          <a:xfrm>
            <a:off x="394988" y="2096122"/>
            <a:ext cx="57768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41E28"/>
              </a:buClr>
              <a:buSzPts val="1800"/>
              <a:buNone/>
              <a:defRPr b="0" sz="1800">
                <a:solidFill>
                  <a:srgbClr val="141E2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3" type="body"/>
          </p:nvPr>
        </p:nvSpPr>
        <p:spPr>
          <a:xfrm>
            <a:off x="398057" y="2514661"/>
            <a:ext cx="57768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41E28"/>
              </a:buClr>
              <a:buSzPts val="2100"/>
              <a:buNone/>
              <a:defRPr sz="2100">
                <a:solidFill>
                  <a:srgbClr val="141E2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Plasser et bilde i rammen&#10;" id="107" name="Google Shape;107;p19"/>
          <p:cNvSpPr/>
          <p:nvPr>
            <p:ph idx="4" type="pic"/>
          </p:nvPr>
        </p:nvSpPr>
        <p:spPr>
          <a:xfrm>
            <a:off x="6699534" y="600625"/>
            <a:ext cx="2448000" cy="30570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9"/>
          <p:cNvSpPr txBox="1"/>
          <p:nvPr>
            <p:ph idx="5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mt">
  <p:cSld name="Tom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Kapittel">
  <p:cSld name="2_Kapittel"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4500"/>
              <a:buFont typeface="Arial"/>
              <a:buNone/>
              <a:defRPr sz="4500"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sz="1800">
                <a:solidFill>
                  <a:srgbClr val="E1EEFA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unktliste">
  <p:cSld name="1_Punktliste">
    <p:bg>
      <p:bgPr>
        <a:solidFill>
          <a:srgbClr val="0000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kststiler i malen" id="122" name="Google Shape;122;p22"/>
          <p:cNvSpPr txBox="1"/>
          <p:nvPr>
            <p:ph idx="1" type="body"/>
          </p:nvPr>
        </p:nvSpPr>
        <p:spPr>
          <a:xfrm>
            <a:off x="454715" y="1379054"/>
            <a:ext cx="80682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kstinnhold">
  <p:cSld name="1_Tekstinnhold"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506323" y="-407504"/>
            <a:ext cx="82749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sktstiler i malen" id="128" name="Google Shape;128;p23"/>
          <p:cNvSpPr txBox="1"/>
          <p:nvPr>
            <p:ph idx="1" type="body"/>
          </p:nvPr>
        </p:nvSpPr>
        <p:spPr>
          <a:xfrm>
            <a:off x="448408" y="530678"/>
            <a:ext cx="82119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ammenligning">
  <p:cSld name="7_Sammenligning"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134" name="Google Shape;134;p24"/>
          <p:cNvSpPr txBox="1"/>
          <p:nvPr>
            <p:ph idx="1" type="body"/>
          </p:nvPr>
        </p:nvSpPr>
        <p:spPr>
          <a:xfrm>
            <a:off x="401962" y="1204547"/>
            <a:ext cx="3915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35" name="Google Shape;135;p24"/>
          <p:cNvSpPr txBox="1"/>
          <p:nvPr>
            <p:ph idx="2" type="body"/>
          </p:nvPr>
        </p:nvSpPr>
        <p:spPr>
          <a:xfrm>
            <a:off x="4762752" y="1204547"/>
            <a:ext cx="3915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3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ammenligning">
  <p:cSld name="6_Sammenligning"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141" name="Google Shape;141;p25"/>
          <p:cNvSpPr/>
          <p:nvPr>
            <p:ph idx="1" type="body"/>
          </p:nvPr>
        </p:nvSpPr>
        <p:spPr>
          <a:xfrm>
            <a:off x="401962" y="1204547"/>
            <a:ext cx="3915000" cy="3185700"/>
          </a:xfrm>
          <a:prstGeom prst="roundRect">
            <a:avLst>
              <a:gd fmla="val 5205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108000" lIns="108000" spcFirstLastPara="1" rIns="108000" wrap="square" tIns="108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42" name="Google Shape;142;p25"/>
          <p:cNvSpPr/>
          <p:nvPr>
            <p:ph idx="2" type="body"/>
          </p:nvPr>
        </p:nvSpPr>
        <p:spPr>
          <a:xfrm>
            <a:off x="4762752" y="1204547"/>
            <a:ext cx="3915000" cy="3185700"/>
          </a:xfrm>
          <a:prstGeom prst="roundRect">
            <a:avLst>
              <a:gd fmla="val 6882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108000" lIns="108000" spcFirstLastPara="1" rIns="108000" wrap="square" tIns="108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3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ammenligning">
  <p:cSld name="5_Sammenligning"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148" name="Google Shape;148;p26"/>
          <p:cNvSpPr txBox="1"/>
          <p:nvPr>
            <p:ph idx="1" type="body"/>
          </p:nvPr>
        </p:nvSpPr>
        <p:spPr>
          <a:xfrm>
            <a:off x="401962" y="1204547"/>
            <a:ext cx="2430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49" name="Google Shape;149;p26"/>
          <p:cNvSpPr txBox="1"/>
          <p:nvPr>
            <p:ph idx="2" type="body"/>
          </p:nvPr>
        </p:nvSpPr>
        <p:spPr>
          <a:xfrm>
            <a:off x="3324857" y="1204547"/>
            <a:ext cx="2430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50" name="Google Shape;150;p26"/>
          <p:cNvSpPr txBox="1"/>
          <p:nvPr>
            <p:ph idx="3" type="body"/>
          </p:nvPr>
        </p:nvSpPr>
        <p:spPr>
          <a:xfrm>
            <a:off x="6247752" y="1204547"/>
            <a:ext cx="2430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4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ammenligning">
  <p:cSld name="4_Sammenligning"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156" name="Google Shape;156;p27"/>
          <p:cNvSpPr/>
          <p:nvPr>
            <p:ph idx="1" type="body"/>
          </p:nvPr>
        </p:nvSpPr>
        <p:spPr>
          <a:xfrm>
            <a:off x="401962" y="1204547"/>
            <a:ext cx="2565000" cy="3185700"/>
          </a:xfrm>
          <a:prstGeom prst="roundRect">
            <a:avLst>
              <a:gd fmla="val 7157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57" name="Google Shape;157;p27"/>
          <p:cNvSpPr/>
          <p:nvPr>
            <p:ph idx="2" type="body"/>
          </p:nvPr>
        </p:nvSpPr>
        <p:spPr>
          <a:xfrm>
            <a:off x="3257357" y="1204547"/>
            <a:ext cx="2565000" cy="3185700"/>
          </a:xfrm>
          <a:prstGeom prst="roundRect">
            <a:avLst>
              <a:gd fmla="val 7464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58" name="Google Shape;158;p27"/>
          <p:cNvSpPr/>
          <p:nvPr>
            <p:ph idx="3" type="body"/>
          </p:nvPr>
        </p:nvSpPr>
        <p:spPr>
          <a:xfrm>
            <a:off x="6112752" y="1204547"/>
            <a:ext cx="2565000" cy="3185700"/>
          </a:xfrm>
          <a:prstGeom prst="roundRect">
            <a:avLst>
              <a:gd fmla="val 7158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9" name="Google Shape;159;p27"/>
          <p:cNvSpPr txBox="1"/>
          <p:nvPr>
            <p:ph idx="4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27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Fullskjermbilde">
  <p:cSld name="2_Fullskjermbilde">
    <p:bg>
      <p:bgPr>
        <a:solidFill>
          <a:srgbClr val="0000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1. plasser et bilde i rammen&#10;2. plasser lengst bak" id="163" name="Google Shape;163;p28"/>
          <p:cNvSpPr/>
          <p:nvPr>
            <p:ph idx="2" type="pic"/>
          </p:nvPr>
        </p:nvSpPr>
        <p:spPr>
          <a:xfrm>
            <a:off x="225653" y="-18535"/>
            <a:ext cx="8949600" cy="44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4" name="Google Shape;164;p28"/>
          <p:cNvSpPr txBox="1"/>
          <p:nvPr>
            <p:ph type="title"/>
          </p:nvPr>
        </p:nvSpPr>
        <p:spPr>
          <a:xfrm>
            <a:off x="628650" y="59329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ekst venstre og bilde høyre">
  <p:cSld name="5_Tekst venstre og bilde høyre">
    <p:bg>
      <p:bgPr>
        <a:solidFill>
          <a:srgbClr val="131E29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454715" y="273844"/>
            <a:ext cx="38913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 b="1"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454715" y="1412421"/>
            <a:ext cx="3891300" cy="30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2. Velg bildet du ønsker å sette inn3. Bruk ‘bildeverktøy’ –&gt; ‘beskjær’ for å endre bildeutsnittHer kan du velge utsnitt ved å dra i de hvite kulene i hjørnet. (Hold Shift inne for å bevare forholdet mellom sidene.)&#10;" id="171" name="Google Shape;171;p29"/>
          <p:cNvSpPr/>
          <p:nvPr>
            <p:ph idx="2" type="pic"/>
          </p:nvPr>
        </p:nvSpPr>
        <p:spPr>
          <a:xfrm>
            <a:off x="4710070" y="-9268"/>
            <a:ext cx="4430400" cy="44490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29"/>
          <p:cNvSpPr txBox="1"/>
          <p:nvPr>
            <p:ph idx="3" type="body"/>
          </p:nvPr>
        </p:nvSpPr>
        <p:spPr>
          <a:xfrm>
            <a:off x="5910698" y="4638278"/>
            <a:ext cx="299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3" name="Google Shape;173;p29"/>
          <p:cNvSpPr/>
          <p:nvPr/>
        </p:nvSpPr>
        <p:spPr>
          <a:xfrm>
            <a:off x="150312" y="4638278"/>
            <a:ext cx="892500" cy="378300"/>
          </a:xfrm>
          <a:prstGeom prst="rect">
            <a:avLst/>
          </a:prstGeom>
          <a:solidFill>
            <a:srgbClr val="131E2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2713" y="4723316"/>
            <a:ext cx="571526" cy="238136"/>
          </a:xfrm>
          <a:prstGeom prst="rect">
            <a:avLst/>
          </a:prstGeom>
          <a:noFill/>
          <a:ln>
            <a:noFill/>
          </a:ln>
          <a:effectLst>
            <a:outerShdw blurRad="47625" sx="102000" rotWithShape="0" algn="ctr" sy="102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erson">
  <p:cSld name="1_Person">
    <p:bg>
      <p:bgPr>
        <a:solidFill>
          <a:srgbClr val="00000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95411" y="975370"/>
            <a:ext cx="578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3000"/>
              <a:buFont typeface="Arial"/>
              <a:buNone/>
              <a:defRPr b="1" sz="3000"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94990" y="600625"/>
            <a:ext cx="5776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2000"/>
              <a:buNone/>
              <a:defRPr b="0" sz="20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8" name="Google Shape;178;p30"/>
          <p:cNvSpPr txBox="1"/>
          <p:nvPr>
            <p:ph idx="2" type="body"/>
          </p:nvPr>
        </p:nvSpPr>
        <p:spPr>
          <a:xfrm>
            <a:off x="394988" y="2096122"/>
            <a:ext cx="57768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9" name="Google Shape;179;p30"/>
          <p:cNvSpPr txBox="1"/>
          <p:nvPr>
            <p:ph idx="3" type="body"/>
          </p:nvPr>
        </p:nvSpPr>
        <p:spPr>
          <a:xfrm>
            <a:off x="398057" y="2514661"/>
            <a:ext cx="57768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Plasser et bilde i rammen&#10;" id="180" name="Google Shape;180;p30"/>
          <p:cNvSpPr/>
          <p:nvPr>
            <p:ph idx="4" type="pic"/>
          </p:nvPr>
        </p:nvSpPr>
        <p:spPr>
          <a:xfrm>
            <a:off x="6699534" y="600625"/>
            <a:ext cx="2448000" cy="30570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0"/>
          <p:cNvSpPr txBox="1"/>
          <p:nvPr>
            <p:ph idx="5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183" name="Google Shape;18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mt">
  <p:cSld name="1_Tomt">
    <p:bg>
      <p:bgPr>
        <a:solidFill>
          <a:srgbClr val="00000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188" name="Google Shape;18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unktliste">
  <p:cSld name="3_Punktliste">
    <p:bg>
      <p:bgPr>
        <a:solidFill>
          <a:srgbClr val="F8EDD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kststiler i malen" id="191" name="Google Shape;191;p32"/>
          <p:cNvSpPr txBox="1"/>
          <p:nvPr>
            <p:ph idx="1" type="body"/>
          </p:nvPr>
        </p:nvSpPr>
        <p:spPr>
          <a:xfrm>
            <a:off x="454715" y="1379054"/>
            <a:ext cx="80682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  <a:defRPr b="0" sz="14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2" name="Google Shape;192;p32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Punktliste">
  <p:cSld name="4_Punktliste">
    <p:bg>
      <p:bgPr>
        <a:solidFill>
          <a:srgbClr val="F8EDDD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88620" y="451976"/>
            <a:ext cx="2788800" cy="39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kststiler i malen" id="196" name="Google Shape;196;p33"/>
          <p:cNvSpPr txBox="1"/>
          <p:nvPr>
            <p:ph idx="1" type="body"/>
          </p:nvPr>
        </p:nvSpPr>
        <p:spPr>
          <a:xfrm>
            <a:off x="3398520" y="451975"/>
            <a:ext cx="5438100" cy="39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3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8" name="Google Shape;198;p33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kstinnhold">
  <p:cSld name="2_Tekstinnhold">
    <p:bg>
      <p:bgPr>
        <a:solidFill>
          <a:srgbClr val="F8EDDD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506323" y="-407504"/>
            <a:ext cx="82749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sktstiler i malen" id="201" name="Google Shape;201;p34"/>
          <p:cNvSpPr txBox="1"/>
          <p:nvPr>
            <p:ph idx="1" type="body"/>
          </p:nvPr>
        </p:nvSpPr>
        <p:spPr>
          <a:xfrm>
            <a:off x="448408" y="530678"/>
            <a:ext cx="82119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2" name="Google Shape;202;p34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ammenligning">
  <p:cSld name="8_Sammenligning">
    <p:bg>
      <p:bgPr>
        <a:solidFill>
          <a:srgbClr val="F8EDDD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206" name="Google Shape;206;p35"/>
          <p:cNvSpPr txBox="1"/>
          <p:nvPr>
            <p:ph idx="1" type="body"/>
          </p:nvPr>
        </p:nvSpPr>
        <p:spPr>
          <a:xfrm>
            <a:off x="401962" y="1204547"/>
            <a:ext cx="3915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207" name="Google Shape;207;p35"/>
          <p:cNvSpPr txBox="1"/>
          <p:nvPr>
            <p:ph idx="2" type="body"/>
          </p:nvPr>
        </p:nvSpPr>
        <p:spPr>
          <a:xfrm>
            <a:off x="4762752" y="1204547"/>
            <a:ext cx="3915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8" name="Google Shape;208;p35"/>
          <p:cNvSpPr txBox="1"/>
          <p:nvPr>
            <p:ph idx="3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9" name="Google Shape;209;p35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ammenligning">
  <p:cSld name="9_Sammenligning">
    <p:bg>
      <p:bgPr>
        <a:solidFill>
          <a:srgbClr val="F8EDDD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212" name="Google Shape;212;p36"/>
          <p:cNvSpPr txBox="1"/>
          <p:nvPr>
            <p:ph idx="1" type="body"/>
          </p:nvPr>
        </p:nvSpPr>
        <p:spPr>
          <a:xfrm>
            <a:off x="401962" y="1204547"/>
            <a:ext cx="2430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213" name="Google Shape;213;p36"/>
          <p:cNvSpPr txBox="1"/>
          <p:nvPr>
            <p:ph idx="2" type="body"/>
          </p:nvPr>
        </p:nvSpPr>
        <p:spPr>
          <a:xfrm>
            <a:off x="3324857" y="1204547"/>
            <a:ext cx="2430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214" name="Google Shape;214;p36"/>
          <p:cNvSpPr txBox="1"/>
          <p:nvPr>
            <p:ph idx="3" type="body"/>
          </p:nvPr>
        </p:nvSpPr>
        <p:spPr>
          <a:xfrm>
            <a:off x="6247752" y="1204547"/>
            <a:ext cx="2430000" cy="3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5" name="Google Shape;215;p36"/>
          <p:cNvSpPr txBox="1"/>
          <p:nvPr>
            <p:ph idx="4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tel">
  <p:cSld name="Kapittel"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002B"/>
              </a:buClr>
              <a:buSzPts val="4500"/>
              <a:buFont typeface="Arial"/>
              <a:buNone/>
              <a:defRPr sz="4500">
                <a:solidFill>
                  <a:srgbClr val="D2002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sz="1800">
                <a:solidFill>
                  <a:srgbClr val="202A5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21" name="Google Shape;22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2644" y="4539569"/>
            <a:ext cx="570356" cy="23840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7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Kapittel">
  <p:cSld name="4_Kapittel">
    <p:bg>
      <p:bgPr>
        <a:solidFill>
          <a:srgbClr val="00000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8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002B"/>
              </a:buClr>
              <a:buSzPts val="4500"/>
              <a:buFont typeface="Arial"/>
              <a:buNone/>
              <a:defRPr sz="4500">
                <a:solidFill>
                  <a:srgbClr val="D2002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7" name="Google Shape;227;p38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SzPts val="1800"/>
              <a:buNone/>
              <a:defRPr sz="1800">
                <a:solidFill>
                  <a:srgbClr val="C8102E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28" name="Google Shape;22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2644" y="4539569"/>
            <a:ext cx="570356" cy="23840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0" name="Google Shape;230;p38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Kapittel">
  <p:cSld name="5_Kapittel"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5B121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500"/>
              <a:buFont typeface="Arial"/>
              <a:buNone/>
              <a:defRPr sz="45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4" name="Google Shape;234;p39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5" name="Google Shape;235;p39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b="0" i="0" sz="8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6" name="Google Shape;236;p39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237" name="Google Shape;23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6352" y="4539569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Kapittel">
  <p:cSld name="1_Kapittel">
    <p:bg>
      <p:bgPr>
        <a:solidFill>
          <a:srgbClr val="00000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1" name="Google Shape;241;p4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2" name="Google Shape;242;p40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3" name="Google Shape;243;p40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244" name="Google Shape;244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2644" y="4537719"/>
            <a:ext cx="571526" cy="238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omt">
  <p:cSld name="2_Tomt">
    <p:bg>
      <p:bgPr>
        <a:solidFill>
          <a:srgbClr val="F8EDDD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7" name="Google Shape;247;p41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8" name="Google Shape;248;p41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4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251" name="Google Shape;251;p4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" name="Google Shape;254;p4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5" name="Google Shape;255;p4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6" name="Google Shape;256;p4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9" name="Google Shape;25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0" name="Google Shape;260;p4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304800" lvl="2" marL="1371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264" name="Google Shape;264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304800" lvl="2" marL="1371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265" name="Google Shape;265;p4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44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0.xml"/><Relationship Id="rId43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45" Type="http://schemas.openxmlformats.org/officeDocument/2006/relationships/theme" Target="../theme/theme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01961" y="1369219"/>
            <a:ext cx="8267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045605" y="4777978"/>
            <a:ext cx="9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labelme2yolo.py" TargetMode="External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Q6roPcsBKVI-ZE161MXrSZiXswE8B7Bf/view" TargetMode="External"/><Relationship Id="rId4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33.png"/><Relationship Id="rId5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CwlhSdhwhtOBkrxrzAEbneGqMvSi9B6F/view" TargetMode="External"/><Relationship Id="rId4" Type="http://schemas.openxmlformats.org/officeDocument/2006/relationships/image" Target="../media/image2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gyGSWcup61ljNCN4z2fnktKa6VTaxwzi/view" TargetMode="External"/><Relationship Id="rId4" Type="http://schemas.openxmlformats.org/officeDocument/2006/relationships/image" Target="../media/image2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drive.google.com/file/d/1OhfDM-XhYNAIJR1P247GL7Wsh6-0IOk_/view" TargetMode="External"/><Relationship Id="rId4" Type="http://schemas.openxmlformats.org/officeDocument/2006/relationships/image" Target="../media/image3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drive.google.com/file/d/194E6QJYaD9pLgcAksekj4o6LZBDBoN2l/view" TargetMode="External"/><Relationship Id="rId4" Type="http://schemas.openxmlformats.org/officeDocument/2006/relationships/image" Target="../media/image3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drive.google.com/file/d/1rbzWPYxM45lDCscM0jN7ragFIMgTvgi-/view" TargetMode="External"/><Relationship Id="rId4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ithub.com/BjarkanDev/MAS5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MAS512 Assignment 1</a:t>
            </a:r>
            <a:endParaRPr/>
          </a:p>
        </p:txBody>
      </p:sp>
      <p:sp>
        <p:nvSpPr>
          <p:cNvPr id="275" name="Google Shape;275;p46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no"/>
              <a:t>Group 6: Bjørn Sødal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1 - Object Detection and Depth Estimation</a:t>
            </a:r>
            <a:endParaRPr/>
          </a:p>
        </p:txBody>
      </p:sp>
      <p:sp>
        <p:nvSpPr>
          <p:cNvPr id="281" name="Google Shape;28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Goal: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Retrieve camera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Train YOLO model on extracted frames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Validate model on test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Utilize model for depth estimation and Question 2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Steps: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Preprocess data (annotation, labelling, directory structure)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Train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Validate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Perform A, B and 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/>
          <p:nvPr>
            <p:ph type="title"/>
          </p:nvPr>
        </p:nvSpPr>
        <p:spPr>
          <a:xfrm>
            <a:off x="454715" y="273844"/>
            <a:ext cx="3891300" cy="9561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1 - Preprocessing	</a:t>
            </a:r>
            <a:endParaRPr/>
          </a:p>
        </p:txBody>
      </p:sp>
      <p:sp>
        <p:nvSpPr>
          <p:cNvPr id="287" name="Google Shape;287;p48"/>
          <p:cNvSpPr txBox="1"/>
          <p:nvPr>
            <p:ph idx="1" type="body"/>
          </p:nvPr>
        </p:nvSpPr>
        <p:spPr>
          <a:xfrm>
            <a:off x="454715" y="1412421"/>
            <a:ext cx="3891300" cy="30366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Structure </a:t>
            </a:r>
            <a:r>
              <a:rPr lang="no"/>
              <a:t>acquired</a:t>
            </a:r>
            <a:r>
              <a:rPr lang="no"/>
              <a:t> data into YOLO folder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Utilize Labelme to produce label JSON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Have Gemini produce conversion script ‘</a:t>
            </a:r>
            <a:r>
              <a:rPr lang="no" u="sng">
                <a:solidFill>
                  <a:schemeClr val="hlink"/>
                </a:solidFill>
                <a:hlinkClick r:id="rId3"/>
              </a:rPr>
              <a:t>labelme2yolo.py</a:t>
            </a:r>
            <a:r>
              <a:rPr lang="no"/>
              <a:t>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Convert JSON labels to YOLO ‘.txt’ label files using normalized ‘xywh’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Create dataset.yaml with appropriate pathing</a:t>
            </a:r>
            <a:endParaRPr/>
          </a:p>
        </p:txBody>
      </p:sp>
      <p:sp>
        <p:nvSpPr>
          <p:cNvPr id="288" name="Google Shape;288;p48"/>
          <p:cNvSpPr/>
          <p:nvPr>
            <p:ph idx="2" type="pic"/>
          </p:nvPr>
        </p:nvSpPr>
        <p:spPr>
          <a:xfrm>
            <a:off x="4710070" y="-9268"/>
            <a:ext cx="4430400" cy="4449000"/>
          </a:xfrm>
          <a:prstGeom prst="rect">
            <a:avLst/>
          </a:prstGeom>
        </p:spPr>
      </p:sp>
      <p:sp>
        <p:nvSpPr>
          <p:cNvPr id="289" name="Google Shape;289;p48"/>
          <p:cNvSpPr txBox="1"/>
          <p:nvPr>
            <p:ph idx="3" type="body"/>
          </p:nvPr>
        </p:nvSpPr>
        <p:spPr>
          <a:xfrm>
            <a:off x="5910698" y="4638278"/>
            <a:ext cx="29946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175" y="-1"/>
            <a:ext cx="4448175" cy="444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9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9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0050" y="577575"/>
            <a:ext cx="4284975" cy="35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1 - Training and Validation</a:t>
            </a:r>
            <a:endParaRPr/>
          </a:p>
        </p:txBody>
      </p:sp>
      <p:sp>
        <p:nvSpPr>
          <p:cNvPr id="303" name="Google Shape;30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50" y="1228200"/>
            <a:ext cx="8783175" cy="30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1 - Part A</a:t>
            </a:r>
            <a:endParaRPr/>
          </a:p>
        </p:txBody>
      </p:sp>
      <p:sp>
        <p:nvSpPr>
          <p:cNvPr id="310" name="Google Shape;31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We now want to test the model, so we uncomment the test directory from dataset.yaml and run model.val with split=”test”.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The metrics are saved in runs.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Predictions can then be visualized by saving model inferences on frames of video and storing video using OpenCV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7488" y="2523088"/>
            <a:ext cx="387667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2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2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52" title="YOLO_swinging_load_output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1600" y="152375"/>
            <a:ext cx="5964238" cy="447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3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3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419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4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4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200" y="152375"/>
            <a:ext cx="5964237" cy="4473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5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5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7250"/>
            <a:ext cx="8839197" cy="58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6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1 - Part B</a:t>
            </a:r>
            <a:endParaRPr/>
          </a:p>
        </p:txBody>
      </p:sp>
      <p:sp>
        <p:nvSpPr>
          <p:cNvPr id="345" name="Google Shape;345;p56"/>
          <p:cNvSpPr txBox="1"/>
          <p:nvPr>
            <p:ph idx="1" type="body"/>
          </p:nvPr>
        </p:nvSpPr>
        <p:spPr>
          <a:xfrm>
            <a:off x="401951" y="1148575"/>
            <a:ext cx="3654000" cy="32418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Want to run inference on five random images from test samples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Generate random number between 0 and 300 five times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Get image with number as name </a:t>
            </a:r>
            <a:r>
              <a:rPr lang="no"/>
              <a:t>padded</a:t>
            </a:r>
            <a:r>
              <a:rPr lang="no"/>
              <a:t> to fit rgb_0000.png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Then run inference on all five images and retrieve coordinates and save to new images</a:t>
            </a:r>
            <a:endParaRPr/>
          </a:p>
        </p:txBody>
      </p:sp>
      <p:sp>
        <p:nvSpPr>
          <p:cNvPr id="346" name="Google Shape;346;p56"/>
          <p:cNvSpPr txBox="1"/>
          <p:nvPr>
            <p:ph idx="2" type="body"/>
          </p:nvPr>
        </p:nvSpPr>
        <p:spPr>
          <a:xfrm>
            <a:off x="4762752" y="1204547"/>
            <a:ext cx="3915000" cy="31857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6"/>
          <p:cNvSpPr txBox="1"/>
          <p:nvPr>
            <p:ph idx="3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125" y="1008275"/>
            <a:ext cx="4693300" cy="357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7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775" y="47725"/>
            <a:ext cx="3753600" cy="28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850" y="47725"/>
            <a:ext cx="3753600" cy="281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825" y="3030550"/>
            <a:ext cx="25908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4050" y="3030550"/>
            <a:ext cx="25908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5275" y="3030550"/>
            <a:ext cx="25908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8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1 - Part C</a:t>
            </a:r>
            <a:endParaRPr/>
          </a:p>
        </p:txBody>
      </p:sp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401962" y="1204547"/>
            <a:ext cx="3915000" cy="31857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We want to estimate depth, i.e distance from camera to detected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Depth = Depth frames * Depth scale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Find depth at given xy-coords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Choose center of bounding box as depth estimation point</a:t>
            </a:r>
            <a:endParaRPr/>
          </a:p>
        </p:txBody>
      </p:sp>
      <p:sp>
        <p:nvSpPr>
          <p:cNvPr id="365" name="Google Shape;365;p58"/>
          <p:cNvSpPr txBox="1"/>
          <p:nvPr>
            <p:ph idx="2" type="body"/>
          </p:nvPr>
        </p:nvSpPr>
        <p:spPr>
          <a:xfrm>
            <a:off x="4762752" y="1204547"/>
            <a:ext cx="3915000" cy="31857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8"/>
          <p:cNvSpPr txBox="1"/>
          <p:nvPr>
            <p:ph idx="3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300" y="264800"/>
            <a:ext cx="4341076" cy="46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9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9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59" title="distance_to_object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8275" y="206875"/>
            <a:ext cx="5964238" cy="447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0"/>
          <p:cNvSpPr txBox="1"/>
          <p:nvPr>
            <p:ph type="title"/>
          </p:nvPr>
        </p:nvSpPr>
        <p:spPr>
          <a:xfrm>
            <a:off x="401962" y="273844"/>
            <a:ext cx="8275800" cy="7509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2 - Object Tracking</a:t>
            </a:r>
            <a:endParaRPr/>
          </a:p>
        </p:txBody>
      </p:sp>
      <p:sp>
        <p:nvSpPr>
          <p:cNvPr id="380" name="Google Shape;380;p60"/>
          <p:cNvSpPr txBox="1"/>
          <p:nvPr>
            <p:ph idx="1" type="body"/>
          </p:nvPr>
        </p:nvSpPr>
        <p:spPr>
          <a:xfrm>
            <a:off x="401962" y="1204547"/>
            <a:ext cx="3915000" cy="31857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We want to track position of detected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We can plot the xy coordinates of center of bounding box across all frames</a:t>
            </a:r>
            <a:endParaRPr/>
          </a:p>
        </p:txBody>
      </p:sp>
      <p:sp>
        <p:nvSpPr>
          <p:cNvPr id="381" name="Google Shape;381;p60"/>
          <p:cNvSpPr txBox="1"/>
          <p:nvPr>
            <p:ph idx="2" type="body"/>
          </p:nvPr>
        </p:nvSpPr>
        <p:spPr>
          <a:xfrm>
            <a:off x="4762752" y="1204547"/>
            <a:ext cx="3915000" cy="31857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60"/>
          <p:cNvSpPr txBox="1"/>
          <p:nvPr>
            <p:ph idx="3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0950" y="1204550"/>
            <a:ext cx="4663050" cy="342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1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61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0" name="Google Shape;39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600" y="206875"/>
            <a:ext cx="6971894" cy="4473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3 - Multi object Segmentation, Tracking and Counting</a:t>
            </a:r>
            <a:endParaRPr/>
          </a:p>
        </p:txBody>
      </p:sp>
      <p:sp>
        <p:nvSpPr>
          <p:cNvPr id="396" name="Google Shape;396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Goal: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Train a model on public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Perform inference on video displaying multiple instances of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Complete A, B, C and D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Steps: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Pull in COCO pretrained segmentation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Grab test video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Perform A, B, C and D on test video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3 - Part A</a:t>
            </a:r>
            <a:endParaRPr/>
          </a:p>
        </p:txBody>
      </p:sp>
      <p:sp>
        <p:nvSpPr>
          <p:cNvPr id="402" name="Google Shape;402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3" name="Google Shape;403;p63" title="peopl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800" y="1152475"/>
            <a:ext cx="7278398" cy="409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4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4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475" y="152375"/>
            <a:ext cx="7091040" cy="447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5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65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7" name="Google Shape;417;p65" title="object_segmentation_output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38" y="152363"/>
            <a:ext cx="7952318" cy="447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3 - Part B</a:t>
            </a:r>
            <a:endParaRPr/>
          </a:p>
        </p:txBody>
      </p:sp>
      <p:sp>
        <p:nvSpPr>
          <p:cNvPr id="423" name="Google Shape;423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Only want to count amount of people in one scene, i.e one frame of video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We can open video, and only perform inference on a single instance of the video by setting a frame counter and only capturing frame while less than frame counter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Utilize Ultralytics Counter solution to count amount of classes in single frame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5" name="Google Shape;42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600" y="494725"/>
            <a:ext cx="4698975" cy="433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7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7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2" name="Google Shape;43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150" y="152375"/>
            <a:ext cx="7952318" cy="447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3 - Part C</a:t>
            </a:r>
            <a:endParaRPr/>
          </a:p>
        </p:txBody>
      </p:sp>
      <p:sp>
        <p:nvSpPr>
          <p:cNvPr id="438" name="Google Shape;438;p6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Now want to track individual instances of each class, distinguishing them from each other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Can utilize InstanceSegmentation Solution from Ultralytics and only segment for specific class (0 = person)</a:t>
            </a:r>
            <a:endParaRPr/>
          </a:p>
        </p:txBody>
      </p:sp>
      <p:sp>
        <p:nvSpPr>
          <p:cNvPr id="439" name="Google Shape;439;p6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44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086225"/>
            <a:ext cx="4623875" cy="35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9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69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7" name="Google Shape;447;p69" title="object_segmentation_tracking_output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38" y="206875"/>
            <a:ext cx="7952318" cy="447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3 - Part D</a:t>
            </a:r>
            <a:endParaRPr/>
          </a:p>
        </p:txBody>
      </p:sp>
      <p:sp>
        <p:nvSpPr>
          <p:cNvPr id="453" name="Google Shape;453;p7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no"/>
              <a:t>We can repeat steps from part B, but narrow region_points to a specific section and show both incoming and going classes</a:t>
            </a:r>
            <a:endParaRPr/>
          </a:p>
        </p:txBody>
      </p:sp>
      <p:sp>
        <p:nvSpPr>
          <p:cNvPr id="454" name="Google Shape;454;p7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152475"/>
            <a:ext cx="4730624" cy="38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1"/>
          <p:cNvSpPr txBox="1"/>
          <p:nvPr>
            <p:ph type="title"/>
          </p:nvPr>
        </p:nvSpPr>
        <p:spPr>
          <a:xfrm>
            <a:off x="506323" y="-407504"/>
            <a:ext cx="8274900" cy="407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71"/>
          <p:cNvSpPr txBox="1"/>
          <p:nvPr>
            <p:ph idx="1" type="body"/>
          </p:nvPr>
        </p:nvSpPr>
        <p:spPr>
          <a:xfrm>
            <a:off x="448408" y="530678"/>
            <a:ext cx="8211900" cy="37866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71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3" name="Google Shape;463;p71" title="object_counting_output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600" y="366975"/>
            <a:ext cx="8084798" cy="454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6 - Autoencoder</a:t>
            </a:r>
            <a:endParaRPr/>
          </a:p>
        </p:txBody>
      </p:sp>
      <p:sp>
        <p:nvSpPr>
          <p:cNvPr id="469" name="Google Shape;469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We want to employ an auto encoder to encode and decode images from the fault-classification class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Then we want to display for 10 images from each of the classes the original image, the latent vector, the decoded image and the </a:t>
            </a:r>
            <a:r>
              <a:rPr lang="no"/>
              <a:t>reconstruction error.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Steps: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Load images from training and test directory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Train autoencoder and validate with test 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Encode test images and decode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Display ten of the images with each step A, B, C and D performed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6 -Load images</a:t>
            </a:r>
            <a:endParaRPr/>
          </a:p>
        </p:txBody>
      </p:sp>
      <p:sp>
        <p:nvSpPr>
          <p:cNvPr id="475" name="Google Shape;475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6" name="Google Shape;47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8672" y="1152475"/>
            <a:ext cx="3866675" cy="39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6 - Train autoencoder</a:t>
            </a:r>
            <a:endParaRPr/>
          </a:p>
        </p:txBody>
      </p:sp>
      <p:sp>
        <p:nvSpPr>
          <p:cNvPr id="482" name="Google Shape;482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Use Encoder example straight from Tensorflow Auto Encoder example</a:t>
            </a:r>
            <a:endParaRPr/>
          </a:p>
        </p:txBody>
      </p:sp>
      <p:pic>
        <p:nvPicPr>
          <p:cNvPr id="483" name="Google Shape;48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0873" y="1501200"/>
            <a:ext cx="4303375" cy="354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6 - Encode and decode </a:t>
            </a:r>
            <a:endParaRPr/>
          </a:p>
        </p:txBody>
      </p:sp>
      <p:sp>
        <p:nvSpPr>
          <p:cNvPr id="489" name="Google Shape;489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0" name="Google Shape;49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6863" y="1800225"/>
            <a:ext cx="6010275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Question 6 - Display A, B, C and D</a:t>
            </a:r>
            <a:endParaRPr/>
          </a:p>
        </p:txBody>
      </p:sp>
      <p:sp>
        <p:nvSpPr>
          <p:cNvPr id="496" name="Google Shape;496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7" name="Google Shape;49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6039" y="1152475"/>
            <a:ext cx="4931925" cy="40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7"/>
          <p:cNvSpPr txBox="1"/>
          <p:nvPr>
            <p:ph type="title"/>
          </p:nvPr>
        </p:nvSpPr>
        <p:spPr>
          <a:xfrm>
            <a:off x="434550" y="-405662"/>
            <a:ext cx="8274900" cy="405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77"/>
          <p:cNvSpPr txBox="1"/>
          <p:nvPr>
            <p:ph idx="1" type="body"/>
          </p:nvPr>
        </p:nvSpPr>
        <p:spPr>
          <a:xfrm>
            <a:off x="5518298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4" name="Google Shape;50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00" y="751750"/>
            <a:ext cx="8839204" cy="3362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References</a:t>
            </a:r>
            <a:endParaRPr/>
          </a:p>
        </p:txBody>
      </p:sp>
      <p:sp>
        <p:nvSpPr>
          <p:cNvPr id="510" name="Google Shape;510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no"/>
              <a:t>Repository: </a:t>
            </a:r>
            <a:r>
              <a:rPr lang="no" u="sng">
                <a:solidFill>
                  <a:schemeClr val="hlink"/>
                </a:solidFill>
                <a:hlinkClick r:id="rId3"/>
              </a:rPr>
              <a:t>https://github.com/BjarkanDev/MAS512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iA - Lys">
  <a:themeElements>
    <a:clrScheme name="Egendefinert 1">
      <a:dk1>
        <a:srgbClr val="1B2343"/>
      </a:dk1>
      <a:lt1>
        <a:srgbClr val="FFFFFF"/>
      </a:lt1>
      <a:dk2>
        <a:srgbClr val="44546A"/>
      </a:dk2>
      <a:lt2>
        <a:srgbClr val="F7ECDD"/>
      </a:lt2>
      <a:accent1>
        <a:srgbClr val="561A19"/>
      </a:accent1>
      <a:accent2>
        <a:srgbClr val="811516"/>
      </a:accent2>
      <a:accent3>
        <a:srgbClr val="DF001D"/>
      </a:accent3>
      <a:accent4>
        <a:srgbClr val="E25F75"/>
      </a:accent4>
      <a:accent5>
        <a:srgbClr val="EB96A3"/>
      </a:accent5>
      <a:accent6>
        <a:srgbClr val="F3C5CC"/>
      </a:accent6>
      <a:hlink>
        <a:srgbClr val="C71837"/>
      </a:hlink>
      <a:folHlink>
        <a:srgbClr val="EFC5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